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342" r:id="rId2"/>
    <p:sldId id="283" r:id="rId3"/>
    <p:sldId id="291" r:id="rId4"/>
    <p:sldId id="290" r:id="rId5"/>
    <p:sldId id="331" r:id="rId6"/>
    <p:sldId id="332" r:id="rId7"/>
    <p:sldId id="333" r:id="rId8"/>
    <p:sldId id="334" r:id="rId9"/>
    <p:sldId id="337" r:id="rId10"/>
    <p:sldId id="323" r:id="rId11"/>
    <p:sldId id="324" r:id="rId12"/>
    <p:sldId id="325" r:id="rId13"/>
    <p:sldId id="326" r:id="rId14"/>
    <p:sldId id="327" r:id="rId15"/>
    <p:sldId id="328" r:id="rId16"/>
    <p:sldId id="338" r:id="rId17"/>
    <p:sldId id="271" r:id="rId18"/>
    <p:sldId id="335" r:id="rId19"/>
    <p:sldId id="336" r:id="rId20"/>
    <p:sldId id="301" r:id="rId21"/>
    <p:sldId id="302" r:id="rId22"/>
    <p:sldId id="303" r:id="rId23"/>
    <p:sldId id="304" r:id="rId24"/>
    <p:sldId id="275" r:id="rId25"/>
    <p:sldId id="34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82" dt="2026-09-17T17:13:09.994"/>
    <p1510:client id="{3D4B923A-F145-4C94-8745-0B0ABA429068}" v="464" dt="2026-09-17T16:50:01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4" d="100"/>
          <a:sy n="34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e Donati" userId="48f00679d029b0d1" providerId="LiveId" clId="{C868F451-53ED-47EC-B10F-7D63AF034C54}"/>
    <pc:docChg chg="undo custSel addSld delSld modSld sldOrd">
      <pc:chgData name="Davide Donati" userId="48f00679d029b0d1" providerId="LiveId" clId="{C868F451-53ED-47EC-B10F-7D63AF034C54}" dt="2026-09-17T16:50:01.839" v="494"/>
      <pc:docMkLst>
        <pc:docMk/>
      </pc:docMkLst>
      <pc:sldChg chg="del">
        <pc:chgData name="Davide Donati" userId="48f00679d029b0d1" providerId="LiveId" clId="{C868F451-53ED-47EC-B10F-7D63AF034C54}" dt="2026-09-16T21:51:43.847" v="16"/>
        <pc:sldMkLst>
          <pc:docMk/>
          <pc:sldMk cId="2554850530" sldId="261"/>
        </pc:sldMkLst>
      </pc:sldChg>
      <pc:sldChg chg="del">
        <pc:chgData name="Davide Donati" userId="48f00679d029b0d1" providerId="LiveId" clId="{C868F451-53ED-47EC-B10F-7D63AF034C54}" dt="2026-09-17T16:04:13.895" v="412"/>
        <pc:sldMkLst>
          <pc:docMk/>
          <pc:sldMk cId="1851778059" sldId="262"/>
        </pc:sldMkLst>
      </pc:sldChg>
      <pc:sldChg chg="del">
        <pc:chgData name="Davide Donati" userId="48f00679d029b0d1" providerId="LiveId" clId="{C868F451-53ED-47EC-B10F-7D63AF034C54}" dt="2026-09-16T21:51:53.604" v="20"/>
        <pc:sldMkLst>
          <pc:docMk/>
          <pc:sldMk cId="1193459287" sldId="264"/>
        </pc:sldMkLst>
      </pc:sldChg>
      <pc:sldChg chg="addSp delSp modSp del mod delAnim modAnim">
        <pc:chgData name="Davide Donati" userId="48f00679d029b0d1" providerId="LiveId" clId="{C868F451-53ED-47EC-B10F-7D63AF034C54}" dt="2026-09-16T21:43:51.335" v="12"/>
        <pc:sldMkLst>
          <pc:docMk/>
          <pc:sldMk cId="2792228958" sldId="269"/>
        </pc:sldMkLst>
        <pc:picChg chg="del">
          <ac:chgData name="Davide Donati" userId="48f00679d029b0d1" providerId="LiveId" clId="{C868F451-53ED-47EC-B10F-7D63AF034C54}" dt="2026-09-16T21:39:26.990" v="0" actId="21"/>
          <ac:picMkLst>
            <pc:docMk/>
            <pc:sldMk cId="2792228958" sldId="269"/>
            <ac:picMk id="4" creationId="{37656773-C77C-C686-A9FA-ECF767B24081}"/>
          </ac:picMkLst>
        </pc:picChg>
        <pc:picChg chg="add del mod">
          <ac:chgData name="Davide Donati" userId="48f00679d029b0d1" providerId="LiveId" clId="{C868F451-53ED-47EC-B10F-7D63AF034C54}" dt="2026-09-16T21:41:05.196" v="3" actId="21"/>
          <ac:picMkLst>
            <pc:docMk/>
            <pc:sldMk cId="2792228958" sldId="269"/>
            <ac:picMk id="5" creationId="{51FC5B27-D93C-7AB2-68FA-8E01B1019180}"/>
          </ac:picMkLst>
        </pc:picChg>
        <pc:picChg chg="add mod">
          <ac:chgData name="Davide Donati" userId="48f00679d029b0d1" providerId="LiveId" clId="{C868F451-53ED-47EC-B10F-7D63AF034C54}" dt="2026-09-16T21:41:55.261" v="10" actId="1076"/>
          <ac:picMkLst>
            <pc:docMk/>
            <pc:sldMk cId="2792228958" sldId="269"/>
            <ac:picMk id="6" creationId="{1CFB4F33-94E7-AA64-0001-098FBA78D25A}"/>
          </ac:picMkLst>
        </pc:picChg>
      </pc:sldChg>
      <pc:sldChg chg="modSp mod">
        <pc:chgData name="Davide Donati" userId="48f00679d029b0d1" providerId="LiveId" clId="{C868F451-53ED-47EC-B10F-7D63AF034C54}" dt="2026-09-17T13:05:42.753" v="41" actId="20577"/>
        <pc:sldMkLst>
          <pc:docMk/>
          <pc:sldMk cId="2191694126" sldId="271"/>
        </pc:sldMkLst>
        <pc:spChg chg="mod">
          <ac:chgData name="Davide Donati" userId="48f00679d029b0d1" providerId="LiveId" clId="{C868F451-53ED-47EC-B10F-7D63AF034C54}" dt="2026-09-17T13:05:42.753" v="41" actId="20577"/>
          <ac:spMkLst>
            <pc:docMk/>
            <pc:sldMk cId="2191694126" sldId="271"/>
            <ac:spMk id="3" creationId="{964B9C2E-E504-0097-7701-E072BCFEF8F3}"/>
          </ac:spMkLst>
        </pc:spChg>
      </pc:sldChg>
      <pc:sldChg chg="addSp modSp del mod">
        <pc:chgData name="Davide Donati" userId="48f00679d029b0d1" providerId="LiveId" clId="{C868F451-53ED-47EC-B10F-7D63AF034C54}" dt="2026-09-17T13:14:56.326" v="97"/>
        <pc:sldMkLst>
          <pc:docMk/>
          <pc:sldMk cId="3517719905" sldId="272"/>
        </pc:sldMkLst>
        <pc:spChg chg="mod">
          <ac:chgData name="Davide Donati" userId="48f00679d029b0d1" providerId="LiveId" clId="{C868F451-53ED-47EC-B10F-7D63AF034C54}" dt="2026-09-17T13:07:33.464" v="49"/>
          <ac:spMkLst>
            <pc:docMk/>
            <pc:sldMk cId="3517719905" sldId="272"/>
            <ac:spMk id="3" creationId="{C71180DB-874C-4F94-8F66-DA1BAF03EAEC}"/>
          </ac:spMkLst>
        </pc:spChg>
        <pc:spChg chg="mod">
          <ac:chgData name="Davide Donati" userId="48f00679d029b0d1" providerId="LiveId" clId="{C868F451-53ED-47EC-B10F-7D63AF034C54}" dt="2026-09-17T13:07:23.601" v="48" actId="1076"/>
          <ac:spMkLst>
            <pc:docMk/>
            <pc:sldMk cId="3517719905" sldId="272"/>
            <ac:spMk id="4" creationId="{12EE74D8-CEA2-41B1-9FCE-E65CDE59987C}"/>
          </ac:spMkLst>
        </pc:spChg>
        <pc:spChg chg="add mod ord">
          <ac:chgData name="Davide Donati" userId="48f00679d029b0d1" providerId="LiveId" clId="{C868F451-53ED-47EC-B10F-7D63AF034C54}" dt="2026-09-17T13:14:27.188" v="65"/>
          <ac:spMkLst>
            <pc:docMk/>
            <pc:sldMk cId="3517719905" sldId="272"/>
            <ac:spMk id="6" creationId="{F8C8CC7B-DDE1-4E93-8C82-C81696CCB521}"/>
          </ac:spMkLst>
        </pc:spChg>
        <pc:spChg chg="mod">
          <ac:chgData name="Davide Donati" userId="48f00679d029b0d1" providerId="LiveId" clId="{C868F451-53ED-47EC-B10F-7D63AF034C54}" dt="2026-09-17T13:07:44.739" v="50" actId="1076"/>
          <ac:spMkLst>
            <pc:docMk/>
            <pc:sldMk cId="3517719905" sldId="272"/>
            <ac:spMk id="80" creationId="{00000000-0000-0000-0000-000000000000}"/>
          </ac:spMkLst>
        </pc:spChg>
        <pc:spChg chg="mod">
          <ac:chgData name="Davide Donati" userId="48f00679d029b0d1" providerId="LiveId" clId="{C868F451-53ED-47EC-B10F-7D63AF034C54}" dt="2026-09-17T13:07:54.249" v="51" actId="1076"/>
          <ac:spMkLst>
            <pc:docMk/>
            <pc:sldMk cId="3517719905" sldId="272"/>
            <ac:spMk id="81" creationId="{00000000-0000-0000-0000-000000000000}"/>
          </ac:spMkLst>
        </pc:spChg>
        <pc:picChg chg="mod">
          <ac:chgData name="Davide Donati" userId="48f00679d029b0d1" providerId="LiveId" clId="{C868F451-53ED-47EC-B10F-7D63AF034C54}" dt="2026-09-17T13:14:27.176" v="60"/>
          <ac:picMkLst>
            <pc:docMk/>
            <pc:sldMk cId="3517719905" sldId="272"/>
            <ac:picMk id="5" creationId="{0C753E0E-FC6A-9C85-4E29-86AC66B73F6F}"/>
          </ac:picMkLst>
        </pc:picChg>
      </pc:sldChg>
      <pc:sldChg chg="addSp modSp del mod">
        <pc:chgData name="Davide Donati" userId="48f00679d029b0d1" providerId="LiveId" clId="{C868F451-53ED-47EC-B10F-7D63AF034C54}" dt="2026-09-17T13:15:47.791" v="131"/>
        <pc:sldMkLst>
          <pc:docMk/>
          <pc:sldMk cId="1283397244" sldId="273"/>
        </pc:sldMkLst>
        <pc:spChg chg="add mod ord">
          <ac:chgData name="Davide Donati" userId="48f00679d029b0d1" providerId="LiveId" clId="{C868F451-53ED-47EC-B10F-7D63AF034C54}" dt="2026-09-17T13:14:27.220" v="92"/>
          <ac:spMkLst>
            <pc:docMk/>
            <pc:sldMk cId="1283397244" sldId="273"/>
            <ac:spMk id="5" creationId="{49FD07FF-C12D-4E44-BB14-AE19F4128DE6}"/>
          </ac:spMkLst>
        </pc:spChg>
        <pc:spChg chg="mod">
          <ac:chgData name="Davide Donati" userId="48f00679d029b0d1" providerId="LiveId" clId="{C868F451-53ED-47EC-B10F-7D63AF034C54}" dt="2026-09-17T13:15:04.748" v="119"/>
          <ac:spMkLst>
            <pc:docMk/>
            <pc:sldMk cId="1283397244" sldId="273"/>
            <ac:spMk id="82" creationId="{00000000-0000-0000-0000-000000000000}"/>
          </ac:spMkLst>
        </pc:spChg>
        <pc:spChg chg="mod">
          <ac:chgData name="Davide Donati" userId="48f00679d029b0d1" providerId="LiveId" clId="{C868F451-53ED-47EC-B10F-7D63AF034C54}" dt="2026-09-17T13:15:04.748" v="123"/>
          <ac:spMkLst>
            <pc:docMk/>
            <pc:sldMk cId="1283397244" sldId="273"/>
            <ac:spMk id="83" creationId="{00000000-0000-0000-0000-000000000000}"/>
          </ac:spMkLst>
        </pc:spChg>
        <pc:picChg chg="mod">
          <ac:chgData name="Davide Donati" userId="48f00679d029b0d1" providerId="LiveId" clId="{C868F451-53ED-47EC-B10F-7D63AF034C54}" dt="2026-09-17T13:14:27.205" v="87"/>
          <ac:picMkLst>
            <pc:docMk/>
            <pc:sldMk cId="1283397244" sldId="273"/>
            <ac:picMk id="4" creationId="{B7C1B0B1-51E9-1213-3749-B58FC4BBC83B}"/>
          </ac:picMkLst>
        </pc:picChg>
      </pc:sldChg>
      <pc:sldChg chg="del">
        <pc:chgData name="Davide Donati" userId="48f00679d029b0d1" providerId="LiveId" clId="{C868F451-53ED-47EC-B10F-7D63AF034C54}" dt="2026-09-16T21:52:07.707" v="24"/>
        <pc:sldMkLst>
          <pc:docMk/>
          <pc:sldMk cId="1484002338" sldId="274"/>
        </pc:sldMkLst>
      </pc:sldChg>
      <pc:sldChg chg="modSp mod">
        <pc:chgData name="Davide Donati" userId="48f00679d029b0d1" providerId="LiveId" clId="{C868F451-53ED-47EC-B10F-7D63AF034C54}" dt="2026-09-17T16:50:01.839" v="494"/>
        <pc:sldMkLst>
          <pc:docMk/>
          <pc:sldMk cId="1586108480" sldId="283"/>
        </pc:sldMkLst>
        <pc:spChg chg="mod">
          <ac:chgData name="Davide Donati" userId="48f00679d029b0d1" providerId="LiveId" clId="{C868F451-53ED-47EC-B10F-7D63AF034C54}" dt="2026-09-17T16:50:01.838" v="490"/>
          <ac:spMkLst>
            <pc:docMk/>
            <pc:sldMk cId="1586108480" sldId="283"/>
            <ac:spMk id="2" creationId="{6461F2D4-CEBD-575C-F0D3-A1DE0968A27E}"/>
          </ac:spMkLst>
        </pc:spChg>
        <pc:spChg chg="mod">
          <ac:chgData name="Davide Donati" userId="48f00679d029b0d1" providerId="LiveId" clId="{C868F451-53ED-47EC-B10F-7D63AF034C54}" dt="2026-09-17T16:50:01.839" v="494"/>
          <ac:spMkLst>
            <pc:docMk/>
            <pc:sldMk cId="1586108480" sldId="283"/>
            <ac:spMk id="3" creationId="{D104A4B7-8D8A-843F-AE6E-E9D8D7CEA424}"/>
          </ac:spMkLst>
        </pc:spChg>
        <pc:picChg chg="mod">
          <ac:chgData name="Davide Donati" userId="48f00679d029b0d1" providerId="LiveId" clId="{C868F451-53ED-47EC-B10F-7D63AF034C54}" dt="2026-09-17T16:45:19.569" v="428"/>
          <ac:picMkLst>
            <pc:docMk/>
            <pc:sldMk cId="1586108480" sldId="283"/>
            <ac:picMk id="4" creationId="{CDC2DABA-A020-5EF5-E1D8-E68A8D478A3D}"/>
          </ac:picMkLst>
        </pc:picChg>
      </pc:sldChg>
      <pc:sldChg chg="del">
        <pc:chgData name="Davide Donati" userId="48f00679d029b0d1" providerId="LiveId" clId="{C868F451-53ED-47EC-B10F-7D63AF034C54}" dt="2026-09-17T16:02:52.734" v="398"/>
        <pc:sldMkLst>
          <pc:docMk/>
          <pc:sldMk cId="4075799424" sldId="286"/>
        </pc:sldMkLst>
      </pc:sldChg>
      <pc:sldChg chg="del">
        <pc:chgData name="Davide Donati" userId="48f00679d029b0d1" providerId="LiveId" clId="{C868F451-53ED-47EC-B10F-7D63AF034C54}" dt="2026-09-17T16:03:30.673" v="404"/>
        <pc:sldMkLst>
          <pc:docMk/>
          <pc:sldMk cId="162087776" sldId="287"/>
        </pc:sldMkLst>
      </pc:sldChg>
      <pc:sldChg chg="del">
        <pc:chgData name="Davide Donati" userId="48f00679d029b0d1" providerId="LiveId" clId="{C868F451-53ED-47EC-B10F-7D63AF034C54}" dt="2026-09-17T16:03:41.045" v="406"/>
        <pc:sldMkLst>
          <pc:docMk/>
          <pc:sldMk cId="1588896152" sldId="288"/>
        </pc:sldMkLst>
      </pc:sldChg>
      <pc:sldChg chg="del">
        <pc:chgData name="Davide Donati" userId="48f00679d029b0d1" providerId="LiveId" clId="{C868F451-53ED-47EC-B10F-7D63AF034C54}" dt="2026-09-17T16:03:50.817" v="408"/>
        <pc:sldMkLst>
          <pc:docMk/>
          <pc:sldMk cId="2280260741" sldId="289"/>
        </pc:sldMkLst>
      </pc:sldChg>
      <pc:sldChg chg="add del">
        <pc:chgData name="Davide Donati" userId="48f00679d029b0d1" providerId="LiveId" clId="{C868F451-53ED-47EC-B10F-7D63AF034C54}" dt="2026-09-16T21:44:18.259" v="14"/>
        <pc:sldMkLst>
          <pc:docMk/>
          <pc:sldMk cId="3506472757" sldId="292"/>
        </pc:sldMkLst>
      </pc:sldChg>
      <pc:sldChg chg="addSp delSp modSp add del mod delAnim modAnim">
        <pc:chgData name="Davide Donati" userId="48f00679d029b0d1" providerId="LiveId" clId="{C868F451-53ED-47EC-B10F-7D63AF034C54}" dt="2026-09-17T16:07:59.946" v="424"/>
        <pc:sldMkLst>
          <pc:docMk/>
          <pc:sldMk cId="2421997915" sldId="293"/>
        </pc:sldMkLst>
        <pc:picChg chg="add mod">
          <ac:chgData name="Davide Donati" userId="48f00679d029b0d1" providerId="LiveId" clId="{C868F451-53ED-47EC-B10F-7D63AF034C54}" dt="2026-09-17T16:06:21.211" v="422" actId="1076"/>
          <ac:picMkLst>
            <pc:docMk/>
            <pc:sldMk cId="2421997915" sldId="293"/>
            <ac:picMk id="4" creationId="{A8D3C5F8-A258-2740-8D00-1AF11DEEEC26}"/>
          </ac:picMkLst>
        </pc:picChg>
        <pc:picChg chg="del">
          <ac:chgData name="Davide Donati" userId="48f00679d029b0d1" providerId="LiveId" clId="{C868F451-53ED-47EC-B10F-7D63AF034C54}" dt="2026-09-17T16:05:53.589" v="416" actId="21"/>
          <ac:picMkLst>
            <pc:docMk/>
            <pc:sldMk cId="2421997915" sldId="293"/>
            <ac:picMk id="6" creationId="{1CFB4F33-94E7-AA64-0001-098FBA78D25A}"/>
          </ac:picMkLst>
        </pc:picChg>
      </pc:sldChg>
      <pc:sldChg chg="modSp add del mod">
        <pc:chgData name="Davide Donati" userId="48f00679d029b0d1" providerId="LiveId" clId="{C868F451-53ED-47EC-B10F-7D63AF034C54}" dt="2026-09-16T21:52:38.206" v="28"/>
        <pc:sldMkLst>
          <pc:docMk/>
          <pc:sldMk cId="3212451662" sldId="294"/>
        </pc:sldMkLst>
        <pc:spChg chg="mod">
          <ac:chgData name="Davide Donati" userId="48f00679d029b0d1" providerId="LiveId" clId="{C868F451-53ED-47EC-B10F-7D63AF034C54}" dt="2026-09-16T21:51:43.871" v="18"/>
          <ac:spMkLst>
            <pc:docMk/>
            <pc:sldMk cId="3212451662" sldId="294"/>
            <ac:spMk id="3" creationId="{2B201CB2-055F-48F9-B0F0-75A63F633C33}"/>
          </ac:spMkLst>
        </pc:spChg>
      </pc:sldChg>
      <pc:sldChg chg="addSp modSp add del mod">
        <pc:chgData name="Davide Donati" userId="48f00679d029b0d1" providerId="LiveId" clId="{C868F451-53ED-47EC-B10F-7D63AF034C54}" dt="2026-09-17T13:14:46.189" v="94"/>
        <pc:sldMkLst>
          <pc:docMk/>
          <pc:sldMk cId="2256727143" sldId="295"/>
        </pc:sldMkLst>
        <pc:spChg chg="mod">
          <ac:chgData name="Davide Donati" userId="48f00679d029b0d1" providerId="LiveId" clId="{C868F451-53ED-47EC-B10F-7D63AF034C54}" dt="2026-09-17T13:08:37.608" v="52"/>
          <ac:spMkLst>
            <pc:docMk/>
            <pc:sldMk cId="2256727143" sldId="295"/>
            <ac:spMk id="3" creationId="{234FC594-857F-4E21-9BA6-1A28C9E3ABBF}"/>
          </ac:spMkLst>
        </pc:spChg>
        <pc:spChg chg="add mod ord">
          <ac:chgData name="Davide Donati" userId="48f00679d029b0d1" providerId="LiveId" clId="{C868F451-53ED-47EC-B10F-7D63AF034C54}" dt="2026-09-17T13:14:27.195" v="74"/>
          <ac:spMkLst>
            <pc:docMk/>
            <pc:sldMk cId="2256727143" sldId="295"/>
            <ac:spMk id="4" creationId="{5F4BA607-8CB8-4C5E-B08F-C7E6A4245158}"/>
          </ac:spMkLst>
        </pc:spChg>
        <pc:picChg chg="mod">
          <ac:chgData name="Davide Donati" userId="48f00679d029b0d1" providerId="LiveId" clId="{C868F451-53ED-47EC-B10F-7D63AF034C54}" dt="2026-09-17T13:14:27.193" v="69"/>
          <ac:picMkLst>
            <pc:docMk/>
            <pc:sldMk cId="2256727143" sldId="295"/>
            <ac:picMk id="5" creationId="{3A02C08C-5CF0-8B71-87B3-8A909A1C7A39}"/>
          </ac:picMkLst>
        </pc:picChg>
      </pc:sldChg>
      <pc:sldChg chg="addSp delSp modSp add del mod">
        <pc:chgData name="Davide Donati" userId="48f00679d029b0d1" providerId="LiveId" clId="{C868F451-53ED-47EC-B10F-7D63AF034C54}" dt="2026-09-17T13:15:41.866" v="129"/>
        <pc:sldMkLst>
          <pc:docMk/>
          <pc:sldMk cId="4198869396" sldId="296"/>
        </pc:sldMkLst>
        <pc:spChg chg="mod">
          <ac:chgData name="Davide Donati" userId="48f00679d029b0d1" providerId="LiveId" clId="{C868F451-53ED-47EC-B10F-7D63AF034C54}" dt="2026-09-17T13:09:03.966" v="53"/>
          <ac:spMkLst>
            <pc:docMk/>
            <pc:sldMk cId="4198869396" sldId="296"/>
            <ac:spMk id="3" creationId="{18DB5D7D-0820-4358-A56A-94B2E49F76E4}"/>
          </ac:spMkLst>
        </pc:spChg>
        <pc:spChg chg="add del mod">
          <ac:chgData name="Davide Donati" userId="48f00679d029b0d1" providerId="LiveId" clId="{C868F451-53ED-47EC-B10F-7D63AF034C54}" dt="2026-09-17T13:09:07.007" v="56"/>
          <ac:spMkLst>
            <pc:docMk/>
            <pc:sldMk cId="4198869396" sldId="296"/>
            <ac:spMk id="5" creationId="{E92D7977-BDCA-35A4-3A81-2DDBE59A38B7}"/>
          </ac:spMkLst>
        </pc:spChg>
        <pc:spChg chg="add mod ord">
          <ac:chgData name="Davide Donati" userId="48f00679d029b0d1" providerId="LiveId" clId="{C868F451-53ED-47EC-B10F-7D63AF034C54}" dt="2026-09-17T13:14:27.201" v="83"/>
          <ac:spMkLst>
            <pc:docMk/>
            <pc:sldMk cId="4198869396" sldId="296"/>
            <ac:spMk id="6" creationId="{163E3EC2-6F4F-40C5-AE3C-E9CE08789B4C}"/>
          </ac:spMkLst>
        </pc:spChg>
        <pc:spChg chg="mod">
          <ac:chgData name="Davide Donati" userId="48f00679d029b0d1" providerId="LiveId" clId="{C868F451-53ED-47EC-B10F-7D63AF034C54}" dt="2026-09-17T13:15:04.743" v="111"/>
          <ac:spMkLst>
            <pc:docMk/>
            <pc:sldMk cId="4198869396" sldId="296"/>
            <ac:spMk id="84" creationId="{00000000-0000-0000-0000-000000000000}"/>
          </ac:spMkLst>
        </pc:spChg>
        <pc:spChg chg="mod">
          <ac:chgData name="Davide Donati" userId="48f00679d029b0d1" providerId="LiveId" clId="{C868F451-53ED-47EC-B10F-7D63AF034C54}" dt="2026-09-17T13:15:04.744" v="115"/>
          <ac:spMkLst>
            <pc:docMk/>
            <pc:sldMk cId="4198869396" sldId="296"/>
            <ac:spMk id="85" creationId="{00000000-0000-0000-0000-000000000000}"/>
          </ac:spMkLst>
        </pc:spChg>
        <pc:picChg chg="mod">
          <ac:chgData name="Davide Donati" userId="48f00679d029b0d1" providerId="LiveId" clId="{C868F451-53ED-47EC-B10F-7D63AF034C54}" dt="2026-09-17T13:14:27.198" v="78"/>
          <ac:picMkLst>
            <pc:docMk/>
            <pc:sldMk cId="4198869396" sldId="296"/>
            <ac:picMk id="4" creationId="{453E87DA-0295-450C-E4DA-3902BFF5FF1A}"/>
          </ac:picMkLst>
        </pc:picChg>
      </pc:sldChg>
      <pc:sldChg chg="add del">
        <pc:chgData name="Davide Donati" userId="48f00679d029b0d1" providerId="LiveId" clId="{C868F451-53ED-47EC-B10F-7D63AF034C54}" dt="2026-09-16T21:53:09.156" v="30"/>
        <pc:sldMkLst>
          <pc:docMk/>
          <pc:sldMk cId="2629131720" sldId="297"/>
        </pc:sldMkLst>
      </pc:sldChg>
      <pc:sldChg chg="add del">
        <pc:chgData name="Davide Donati" userId="48f00679d029b0d1" providerId="LiveId" clId="{C868F451-53ED-47EC-B10F-7D63AF034C54}" dt="2026-09-17T16:04:00.488" v="410"/>
        <pc:sldMkLst>
          <pc:docMk/>
          <pc:sldMk cId="1078444225" sldId="298"/>
        </pc:sldMkLst>
      </pc:sldChg>
      <pc:sldChg chg="modSp add del mod">
        <pc:chgData name="Davide Donati" userId="48f00679d029b0d1" providerId="LiveId" clId="{C868F451-53ED-47EC-B10F-7D63AF034C54}" dt="2026-09-17T13:15:35.428" v="127"/>
        <pc:sldMkLst>
          <pc:docMk/>
          <pc:sldMk cId="389101207" sldId="299"/>
        </pc:sldMkLst>
        <pc:spChg chg="mod">
          <ac:chgData name="Davide Donati" userId="48f00679d029b0d1" providerId="LiveId" clId="{C868F451-53ED-47EC-B10F-7D63AF034C54}" dt="2026-09-17T13:14:46.200" v="95"/>
          <ac:spMkLst>
            <pc:docMk/>
            <pc:sldMk cId="389101207" sldId="299"/>
            <ac:spMk id="3" creationId="{234FC594-857F-4E21-9BA6-1A28C9E3ABBF}"/>
          </ac:spMkLst>
        </pc:spChg>
      </pc:sldChg>
      <pc:sldChg chg="modSp add del mod">
        <pc:chgData name="Davide Donati" userId="48f00679d029b0d1" providerId="LiveId" clId="{C868F451-53ED-47EC-B10F-7D63AF034C54}" dt="2026-09-17T13:15:28.645" v="125"/>
        <pc:sldMkLst>
          <pc:docMk/>
          <pc:sldMk cId="751337894" sldId="300"/>
        </pc:sldMkLst>
        <pc:spChg chg="mod">
          <ac:chgData name="Davide Donati" userId="48f00679d029b0d1" providerId="LiveId" clId="{C868F451-53ED-47EC-B10F-7D63AF034C54}" dt="2026-09-17T13:14:56.356" v="99"/>
          <ac:spMkLst>
            <pc:docMk/>
            <pc:sldMk cId="751337894" sldId="300"/>
            <ac:spMk id="3" creationId="{C71180DB-874C-4F94-8F66-DA1BAF03EAEC}"/>
          </ac:spMkLst>
        </pc:spChg>
        <pc:spChg chg="mod">
          <ac:chgData name="Davide Donati" userId="48f00679d029b0d1" providerId="LiveId" clId="{C868F451-53ED-47EC-B10F-7D63AF034C54}" dt="2026-09-17T13:15:04.732" v="103"/>
          <ac:spMkLst>
            <pc:docMk/>
            <pc:sldMk cId="751337894" sldId="300"/>
            <ac:spMk id="80" creationId="{00000000-0000-0000-0000-000000000000}"/>
          </ac:spMkLst>
        </pc:spChg>
        <pc:spChg chg="mod">
          <ac:chgData name="Davide Donati" userId="48f00679d029b0d1" providerId="LiveId" clId="{C868F451-53ED-47EC-B10F-7D63AF034C54}" dt="2026-09-17T13:15:04.732" v="107"/>
          <ac:spMkLst>
            <pc:docMk/>
            <pc:sldMk cId="751337894" sldId="300"/>
            <ac:spMk id="81" creationId="{00000000-0000-0000-0000-000000000000}"/>
          </ac:spMkLst>
        </pc:spChg>
      </pc:sldChg>
      <pc:sldChg chg="modSp add mod">
        <pc:chgData name="Davide Donati" userId="48f00679d029b0d1" providerId="LiveId" clId="{C868F451-53ED-47EC-B10F-7D63AF034C54}" dt="2026-09-17T13:16:41.091" v="137"/>
        <pc:sldMkLst>
          <pc:docMk/>
          <pc:sldMk cId="302678666" sldId="301"/>
        </pc:sldMkLst>
        <pc:spChg chg="mod">
          <ac:chgData name="Davide Donati" userId="48f00679d029b0d1" providerId="LiveId" clId="{C868F451-53ED-47EC-B10F-7D63AF034C54}" dt="2026-09-17T13:16:41.091" v="135"/>
          <ac:spMkLst>
            <pc:docMk/>
            <pc:sldMk cId="302678666" sldId="301"/>
            <ac:spMk id="80" creationId="{00000000-0000-0000-0000-000000000000}"/>
          </ac:spMkLst>
        </pc:spChg>
        <pc:spChg chg="mod">
          <ac:chgData name="Davide Donati" userId="48f00679d029b0d1" providerId="LiveId" clId="{C868F451-53ED-47EC-B10F-7D63AF034C54}" dt="2026-09-17T13:16:41.091" v="137"/>
          <ac:spMkLst>
            <pc:docMk/>
            <pc:sldMk cId="302678666" sldId="301"/>
            <ac:spMk id="81" creationId="{00000000-0000-0000-0000-000000000000}"/>
          </ac:spMkLst>
        </pc:spChg>
      </pc:sldChg>
      <pc:sldChg chg="add">
        <pc:chgData name="Davide Donati" userId="48f00679d029b0d1" providerId="LiveId" clId="{C868F451-53ED-47EC-B10F-7D63AF034C54}" dt="2026-09-17T13:15:35.422" v="126"/>
        <pc:sldMkLst>
          <pc:docMk/>
          <pc:sldMk cId="2977226378" sldId="302"/>
        </pc:sldMkLst>
      </pc:sldChg>
      <pc:sldChg chg="add">
        <pc:chgData name="Davide Donati" userId="48f00679d029b0d1" providerId="LiveId" clId="{C868F451-53ED-47EC-B10F-7D63AF034C54}" dt="2026-09-17T13:15:41.862" v="128"/>
        <pc:sldMkLst>
          <pc:docMk/>
          <pc:sldMk cId="1736807913" sldId="303"/>
        </pc:sldMkLst>
      </pc:sldChg>
      <pc:sldChg chg="add">
        <pc:chgData name="Davide Donati" userId="48f00679d029b0d1" providerId="LiveId" clId="{C868F451-53ED-47EC-B10F-7D63AF034C54}" dt="2026-09-17T13:15:47.781" v="130"/>
        <pc:sldMkLst>
          <pc:docMk/>
          <pc:sldMk cId="1790477577" sldId="304"/>
        </pc:sldMkLst>
      </pc:sldChg>
      <pc:sldChg chg="modSp new del mod ord">
        <pc:chgData name="Davide Donati" userId="48f00679d029b0d1" providerId="LiveId" clId="{C868F451-53ED-47EC-B10F-7D63AF034C54}" dt="2026-09-17T15:49:16.850" v="354"/>
        <pc:sldMkLst>
          <pc:docMk/>
          <pc:sldMk cId="2610544801" sldId="305"/>
        </pc:sldMkLst>
        <pc:spChg chg="mod">
          <ac:chgData name="Davide Donati" userId="48f00679d029b0d1" providerId="LiveId" clId="{C868F451-53ED-47EC-B10F-7D63AF034C54}" dt="2026-09-17T15:49:05.285" v="272"/>
          <ac:spMkLst>
            <pc:docMk/>
            <pc:sldMk cId="2610544801" sldId="305"/>
            <ac:spMk id="2" creationId="{CAC6E14B-BF4F-F49B-405F-A474847757AB}"/>
          </ac:spMkLst>
        </pc:spChg>
        <pc:spChg chg="mod">
          <ac:chgData name="Davide Donati" userId="48f00679d029b0d1" providerId="LiveId" clId="{C868F451-53ED-47EC-B10F-7D63AF034C54}" dt="2026-09-17T15:49:05.286" v="278"/>
          <ac:spMkLst>
            <pc:docMk/>
            <pc:sldMk cId="2610544801" sldId="305"/>
            <ac:spMk id="3" creationId="{84649C3F-C623-5117-85A5-7C09506620B7}"/>
          </ac:spMkLst>
        </pc:spChg>
      </pc:sldChg>
      <pc:sldChg chg="addSp modSp new del mod ord">
        <pc:chgData name="Davide Donati" userId="48f00679d029b0d1" providerId="LiveId" clId="{C868F451-53ED-47EC-B10F-7D63AF034C54}" dt="2026-09-17T15:49:34.729" v="356"/>
        <pc:sldMkLst>
          <pc:docMk/>
          <pc:sldMk cId="1176239079" sldId="306"/>
        </pc:sldMkLst>
        <pc:spChg chg="mod">
          <ac:chgData name="Davide Donati" userId="48f00679d029b0d1" providerId="LiveId" clId="{C868F451-53ED-47EC-B10F-7D63AF034C54}" dt="2026-09-17T15:49:05.300" v="287"/>
          <ac:spMkLst>
            <pc:docMk/>
            <pc:sldMk cId="1176239079" sldId="306"/>
            <ac:spMk id="2" creationId="{D2BDA331-FD1A-317F-E356-428300763E41}"/>
          </ac:spMkLst>
        </pc:spChg>
        <pc:spChg chg="add mod">
          <ac:chgData name="Davide Donati" userId="48f00679d029b0d1" providerId="LiveId" clId="{C868F451-53ED-47EC-B10F-7D63AF034C54}" dt="2026-09-17T15:49:05.302" v="295"/>
          <ac:spMkLst>
            <pc:docMk/>
            <pc:sldMk cId="1176239079" sldId="306"/>
            <ac:spMk id="3" creationId="{F696699A-BE1C-4E7E-B933-D23D14C1E32D}"/>
          </ac:spMkLst>
        </pc:spChg>
        <pc:spChg chg="add mod">
          <ac:chgData name="Davide Donati" userId="48f00679d029b0d1" providerId="LiveId" clId="{C868F451-53ED-47EC-B10F-7D63AF034C54}" dt="2026-09-17T15:49:05.305" v="304"/>
          <ac:spMkLst>
            <pc:docMk/>
            <pc:sldMk cId="1176239079" sldId="306"/>
            <ac:spMk id="4" creationId="{AA01D076-3933-44DA-B453-1923C63EBDF4}"/>
          </ac:spMkLst>
        </pc:spChg>
        <pc:spChg chg="add mod">
          <ac:chgData name="Davide Donati" userId="48f00679d029b0d1" providerId="LiveId" clId="{C868F451-53ED-47EC-B10F-7D63AF034C54}" dt="2026-09-17T15:49:05.306" v="313"/>
          <ac:spMkLst>
            <pc:docMk/>
            <pc:sldMk cId="1176239079" sldId="306"/>
            <ac:spMk id="5" creationId="{A318ACD3-8FF2-4CFD-978E-69042C46A933}"/>
          </ac:spMkLst>
        </pc:spChg>
        <pc:spChg chg="add mod">
          <ac:chgData name="Davide Donati" userId="48f00679d029b0d1" providerId="LiveId" clId="{C868F451-53ED-47EC-B10F-7D63AF034C54}" dt="2026-09-17T15:49:05.308" v="322"/>
          <ac:spMkLst>
            <pc:docMk/>
            <pc:sldMk cId="1176239079" sldId="306"/>
            <ac:spMk id="6" creationId="{36E876AF-96E8-44FC-BFA7-35D9DA506FAD}"/>
          </ac:spMkLst>
        </pc:spChg>
        <pc:spChg chg="add mod">
          <ac:chgData name="Davide Donati" userId="48f00679d029b0d1" providerId="LiveId" clId="{C868F451-53ED-47EC-B10F-7D63AF034C54}" dt="2026-09-17T15:49:05.309" v="328"/>
          <ac:spMkLst>
            <pc:docMk/>
            <pc:sldMk cId="1176239079" sldId="306"/>
            <ac:spMk id="7" creationId="{C520DCD3-0083-4739-883C-5F6A6C16A0A5}"/>
          </ac:spMkLst>
        </pc:spChg>
      </pc:sldChg>
      <pc:sldChg chg="addSp modSp new del mod ord">
        <pc:chgData name="Davide Donati" userId="48f00679d029b0d1" providerId="LiveId" clId="{C868F451-53ED-47EC-B10F-7D63AF034C54}" dt="2026-09-17T15:50:59.422" v="366"/>
        <pc:sldMkLst>
          <pc:docMk/>
          <pc:sldMk cId="2629387505" sldId="307"/>
        </pc:sldMkLst>
        <pc:spChg chg="mod">
          <ac:chgData name="Davide Donati" userId="48f00679d029b0d1" providerId="LiveId" clId="{C868F451-53ED-47EC-B10F-7D63AF034C54}" dt="2026-09-17T15:48:40.286" v="164"/>
          <ac:spMkLst>
            <pc:docMk/>
            <pc:sldMk cId="2629387505" sldId="307"/>
            <ac:spMk id="2" creationId="{CE3EBD9E-22D2-BFB4-8F97-8801105D1429}"/>
          </ac:spMkLst>
        </pc:spChg>
        <pc:spChg chg="add mod">
          <ac:chgData name="Davide Donati" userId="48f00679d029b0d1" providerId="LiveId" clId="{C868F451-53ED-47EC-B10F-7D63AF034C54}" dt="2026-09-17T15:48:40.295" v="173"/>
          <ac:spMkLst>
            <pc:docMk/>
            <pc:sldMk cId="2629387505" sldId="307"/>
            <ac:spMk id="4" creationId="{0FB42DCD-ECA2-41A5-86A1-3371206AA704}"/>
          </ac:spMkLst>
        </pc:spChg>
        <pc:spChg chg="add mod ord">
          <ac:chgData name="Davide Donati" userId="48f00679d029b0d1" providerId="LiveId" clId="{C868F451-53ED-47EC-B10F-7D63AF034C54}" dt="2026-09-17T15:48:40.339" v="182"/>
          <ac:spMkLst>
            <pc:docMk/>
            <pc:sldMk cId="2629387505" sldId="307"/>
            <ac:spMk id="5" creationId="{8895FDE6-EE67-4BDD-A7A8-84A8DB1EBFD7}"/>
          </ac:spMkLst>
        </pc:spChg>
        <pc:picChg chg="add mod">
          <ac:chgData name="Davide Donati" userId="48f00679d029b0d1" providerId="LiveId" clId="{C868F451-53ED-47EC-B10F-7D63AF034C54}" dt="2026-09-17T15:48:40.299" v="181"/>
          <ac:picMkLst>
            <pc:docMk/>
            <pc:sldMk cId="2629387505" sldId="307"/>
            <ac:picMk id="3" creationId="{7C6EA618-EC02-8ADC-4B5E-28C31AA7A6CC}"/>
          </ac:picMkLst>
        </pc:picChg>
      </pc:sldChg>
      <pc:sldChg chg="addSp modSp new del mod ord">
        <pc:chgData name="Davide Donati" userId="48f00679d029b0d1" providerId="LiveId" clId="{C868F451-53ED-47EC-B10F-7D63AF034C54}" dt="2026-09-17T15:51:17.048" v="368"/>
        <pc:sldMkLst>
          <pc:docMk/>
          <pc:sldMk cId="2618415780" sldId="308"/>
        </pc:sldMkLst>
        <pc:spChg chg="mod">
          <ac:chgData name="Davide Donati" userId="48f00679d029b0d1" providerId="LiveId" clId="{C868F451-53ED-47EC-B10F-7D63AF034C54}" dt="2026-09-17T15:48:40.420" v="191"/>
          <ac:spMkLst>
            <pc:docMk/>
            <pc:sldMk cId="2618415780" sldId="308"/>
            <ac:spMk id="2" creationId="{9DFDBB0E-54E7-54C0-C3C1-FD7AB6C5FCD3}"/>
          </ac:spMkLst>
        </pc:spChg>
        <pc:spChg chg="add mod">
          <ac:chgData name="Davide Donati" userId="48f00679d029b0d1" providerId="LiveId" clId="{C868F451-53ED-47EC-B10F-7D63AF034C54}" dt="2026-09-17T15:48:40.429" v="200"/>
          <ac:spMkLst>
            <pc:docMk/>
            <pc:sldMk cId="2618415780" sldId="308"/>
            <ac:spMk id="4" creationId="{69B9A9E7-E4CF-4B04-A09F-4624C8DE19C3}"/>
          </ac:spMkLst>
        </pc:spChg>
        <pc:spChg chg="add mod ord">
          <ac:chgData name="Davide Donati" userId="48f00679d029b0d1" providerId="LiveId" clId="{C868F451-53ED-47EC-B10F-7D63AF034C54}" dt="2026-09-17T15:48:40.435" v="209"/>
          <ac:spMkLst>
            <pc:docMk/>
            <pc:sldMk cId="2618415780" sldId="308"/>
            <ac:spMk id="5" creationId="{F11C23AC-7E6A-4D3F-99ED-B12D972F7A97}"/>
          </ac:spMkLst>
        </pc:spChg>
        <pc:picChg chg="add mod">
          <ac:chgData name="Davide Donati" userId="48f00679d029b0d1" providerId="LiveId" clId="{C868F451-53ED-47EC-B10F-7D63AF034C54}" dt="2026-09-17T15:48:40.431" v="208"/>
          <ac:picMkLst>
            <pc:docMk/>
            <pc:sldMk cId="2618415780" sldId="308"/>
            <ac:picMk id="3" creationId="{47BBFBF3-CD1E-8E7B-F816-6D037D4AC83B}"/>
          </ac:picMkLst>
        </pc:picChg>
      </pc:sldChg>
      <pc:sldChg chg="addSp modSp new del mod ord">
        <pc:chgData name="Davide Donati" userId="48f00679d029b0d1" providerId="LiveId" clId="{C868F451-53ED-47EC-B10F-7D63AF034C54}" dt="2026-09-17T15:51:35.406" v="370"/>
        <pc:sldMkLst>
          <pc:docMk/>
          <pc:sldMk cId="645158774" sldId="309"/>
        </pc:sldMkLst>
        <pc:spChg chg="mod">
          <ac:chgData name="Davide Donati" userId="48f00679d029b0d1" providerId="LiveId" clId="{C868F451-53ED-47EC-B10F-7D63AF034C54}" dt="2026-09-17T15:48:40.447" v="218"/>
          <ac:spMkLst>
            <pc:docMk/>
            <pc:sldMk cId="645158774" sldId="309"/>
            <ac:spMk id="2" creationId="{5D86C11F-CFA0-C2D5-AD33-AB3B1B93387E}"/>
          </ac:spMkLst>
        </pc:spChg>
        <pc:spChg chg="add mod">
          <ac:chgData name="Davide Donati" userId="48f00679d029b0d1" providerId="LiveId" clId="{C868F451-53ED-47EC-B10F-7D63AF034C54}" dt="2026-09-17T15:48:40.452" v="227"/>
          <ac:spMkLst>
            <pc:docMk/>
            <pc:sldMk cId="645158774" sldId="309"/>
            <ac:spMk id="4" creationId="{3A652E9D-9940-4E15-BFF2-7E22975F5BBE}"/>
          </ac:spMkLst>
        </pc:spChg>
        <pc:spChg chg="add mod ord">
          <ac:chgData name="Davide Donati" userId="48f00679d029b0d1" providerId="LiveId" clId="{C868F451-53ED-47EC-B10F-7D63AF034C54}" dt="2026-09-17T15:48:40.455" v="236"/>
          <ac:spMkLst>
            <pc:docMk/>
            <pc:sldMk cId="645158774" sldId="309"/>
            <ac:spMk id="5" creationId="{81F70E06-B97C-4B65-84DA-401768389EC1}"/>
          </ac:spMkLst>
        </pc:spChg>
        <pc:picChg chg="add mod">
          <ac:chgData name="Davide Donati" userId="48f00679d029b0d1" providerId="LiveId" clId="{C868F451-53ED-47EC-B10F-7D63AF034C54}" dt="2026-09-17T15:48:40.453" v="235"/>
          <ac:picMkLst>
            <pc:docMk/>
            <pc:sldMk cId="645158774" sldId="309"/>
            <ac:picMk id="3" creationId="{190CC21A-25C3-F53C-5194-C0CA55D7FA1F}"/>
          </ac:picMkLst>
        </pc:picChg>
      </pc:sldChg>
      <pc:sldChg chg="addSp modSp new del mod ord">
        <pc:chgData name="Davide Donati" userId="48f00679d029b0d1" providerId="LiveId" clId="{C868F451-53ED-47EC-B10F-7D63AF034C54}" dt="2026-09-17T15:51:53.155" v="372"/>
        <pc:sldMkLst>
          <pc:docMk/>
          <pc:sldMk cId="4030820928" sldId="310"/>
        </pc:sldMkLst>
        <pc:spChg chg="mod">
          <ac:chgData name="Davide Donati" userId="48f00679d029b0d1" providerId="LiveId" clId="{C868F451-53ED-47EC-B10F-7D63AF034C54}" dt="2026-09-17T15:48:40.466" v="245"/>
          <ac:spMkLst>
            <pc:docMk/>
            <pc:sldMk cId="4030820928" sldId="310"/>
            <ac:spMk id="2" creationId="{E7322293-4842-6064-BCE5-D75C31897A52}"/>
          </ac:spMkLst>
        </pc:spChg>
        <pc:spChg chg="add mod">
          <ac:chgData name="Davide Donati" userId="48f00679d029b0d1" providerId="LiveId" clId="{C868F451-53ED-47EC-B10F-7D63AF034C54}" dt="2026-09-17T15:48:40.471" v="254"/>
          <ac:spMkLst>
            <pc:docMk/>
            <pc:sldMk cId="4030820928" sldId="310"/>
            <ac:spMk id="4" creationId="{FD40DB88-1812-43A4-8367-B21ED17F7DAA}"/>
          </ac:spMkLst>
        </pc:spChg>
        <pc:spChg chg="add mod ord">
          <ac:chgData name="Davide Donati" userId="48f00679d029b0d1" providerId="LiveId" clId="{C868F451-53ED-47EC-B10F-7D63AF034C54}" dt="2026-09-17T15:48:40.482" v="263"/>
          <ac:spMkLst>
            <pc:docMk/>
            <pc:sldMk cId="4030820928" sldId="310"/>
            <ac:spMk id="5" creationId="{D193B6CE-7D7B-4D8B-AED2-CBE7482F2E5E}"/>
          </ac:spMkLst>
        </pc:spChg>
        <pc:picChg chg="add mod">
          <ac:chgData name="Davide Donati" userId="48f00679d029b0d1" providerId="LiveId" clId="{C868F451-53ED-47EC-B10F-7D63AF034C54}" dt="2026-09-17T15:48:40.473" v="262"/>
          <ac:picMkLst>
            <pc:docMk/>
            <pc:sldMk cId="4030820928" sldId="310"/>
            <ac:picMk id="3" creationId="{818D942B-C177-F4CB-DF15-95AA60B5BD3B}"/>
          </ac:picMkLst>
        </pc:picChg>
      </pc:sldChg>
      <pc:sldChg chg="addSp modSp new del mod ord">
        <pc:chgData name="Davide Donati" userId="48f00679d029b0d1" providerId="LiveId" clId="{C868F451-53ED-47EC-B10F-7D63AF034C54}" dt="2026-09-17T15:49:50.985" v="360"/>
        <pc:sldMkLst>
          <pc:docMk/>
          <pc:sldMk cId="3211184564" sldId="311"/>
        </pc:sldMkLst>
        <pc:spChg chg="mod">
          <ac:chgData name="Davide Donati" userId="48f00679d029b0d1" providerId="LiveId" clId="{C868F451-53ED-47EC-B10F-7D63AF034C54}" dt="2026-09-17T15:49:05.316" v="337"/>
          <ac:spMkLst>
            <pc:docMk/>
            <pc:sldMk cId="3211184564" sldId="311"/>
            <ac:spMk id="2" creationId="{6DCF0312-2E35-8E42-8EFD-45DB79DE4338}"/>
          </ac:spMkLst>
        </pc:spChg>
        <pc:spChg chg="mod">
          <ac:chgData name="Davide Donati" userId="48f00679d029b0d1" providerId="LiveId" clId="{C868F451-53ED-47EC-B10F-7D63AF034C54}" dt="2026-09-17T15:49:05.316" v="343"/>
          <ac:spMkLst>
            <pc:docMk/>
            <pc:sldMk cId="3211184564" sldId="311"/>
            <ac:spMk id="3" creationId="{EBA5910D-A192-1E07-FEE5-1B6A742439D3}"/>
          </ac:spMkLst>
        </pc:spChg>
        <pc:spChg chg="add mod">
          <ac:chgData name="Davide Donati" userId="48f00679d029b0d1" providerId="LiveId" clId="{C868F451-53ED-47EC-B10F-7D63AF034C54}" dt="2026-09-17T15:49:05.318" v="352"/>
          <ac:spMkLst>
            <pc:docMk/>
            <pc:sldMk cId="3211184564" sldId="311"/>
            <ac:spMk id="4" creationId="{B14F5C41-D3AD-44E4-85CB-0BA05FBA3A61}"/>
          </ac:spMkLst>
        </pc:spChg>
      </pc:sldChg>
      <pc:sldChg chg="add del">
        <pc:chgData name="Davide Donati" userId="48f00679d029b0d1" providerId="LiveId" clId="{C868F451-53ED-47EC-B10F-7D63AF034C54}" dt="2026-09-17T15:50:19.147" v="362"/>
        <pc:sldMkLst>
          <pc:docMk/>
          <pc:sldMk cId="4134134852" sldId="312"/>
        </pc:sldMkLst>
      </pc:sldChg>
      <pc:sldChg chg="modSp add del mod">
        <pc:chgData name="Davide Donati" userId="48f00679d029b0d1" providerId="LiveId" clId="{C868F451-53ED-47EC-B10F-7D63AF034C54}" dt="2026-09-17T15:50:42.524" v="364"/>
        <pc:sldMkLst>
          <pc:docMk/>
          <pc:sldMk cId="1299095687" sldId="313"/>
        </pc:sldMkLst>
        <pc:spChg chg="mod">
          <ac:chgData name="Davide Donati" userId="48f00679d029b0d1" providerId="LiveId" clId="{C868F451-53ED-47EC-B10F-7D63AF034C54}" dt="2026-09-17T15:49:35.215" v="358"/>
          <ac:spMkLst>
            <pc:docMk/>
            <pc:sldMk cId="1299095687" sldId="313"/>
            <ac:spMk id="7" creationId="{C520DCD3-0083-4739-883C-5F6A6C16A0A5}"/>
          </ac:spMkLst>
        </pc:spChg>
      </pc:sldChg>
      <pc:sldChg chg="add del">
        <pc:chgData name="Davide Donati" userId="48f00679d029b0d1" providerId="LiveId" clId="{C868F451-53ED-47EC-B10F-7D63AF034C54}" dt="2026-09-17T15:52:08.057" v="374"/>
        <pc:sldMkLst>
          <pc:docMk/>
          <pc:sldMk cId="4133400902" sldId="314"/>
        </pc:sldMkLst>
      </pc:sldChg>
      <pc:sldChg chg="modSp add del mod">
        <pc:chgData name="Davide Donati" userId="48f00679d029b0d1" providerId="LiveId" clId="{C868F451-53ED-47EC-B10F-7D63AF034C54}" dt="2026-09-17T16:01:18.891" v="384"/>
        <pc:sldMkLst>
          <pc:docMk/>
          <pc:sldMk cId="1828163516" sldId="315"/>
        </pc:sldMkLst>
        <pc:spChg chg="mod">
          <ac:chgData name="Davide Donati" userId="48f00679d029b0d1" providerId="LiveId" clId="{C868F451-53ED-47EC-B10F-7D63AF034C54}" dt="2026-09-17T16:01:09.313" v="378"/>
          <ac:spMkLst>
            <pc:docMk/>
            <pc:sldMk cId="1828163516" sldId="315"/>
            <ac:spMk id="2" creationId="{CAC6E14B-BF4F-F49B-405F-A474847757AB}"/>
          </ac:spMkLst>
        </pc:spChg>
        <pc:spChg chg="mod">
          <ac:chgData name="Davide Donati" userId="48f00679d029b0d1" providerId="LiveId" clId="{C868F451-53ED-47EC-B10F-7D63AF034C54}" dt="2026-09-17T16:01:09.313" v="382"/>
          <ac:spMkLst>
            <pc:docMk/>
            <pc:sldMk cId="1828163516" sldId="315"/>
            <ac:spMk id="3" creationId="{84649C3F-C623-5117-85A5-7C09506620B7}"/>
          </ac:spMkLst>
        </pc:spChg>
      </pc:sldChg>
      <pc:sldChg chg="add del">
        <pc:chgData name="Davide Donati" userId="48f00679d029b0d1" providerId="LiveId" clId="{C868F451-53ED-47EC-B10F-7D63AF034C54}" dt="2026-09-17T16:01:28.223" v="386"/>
        <pc:sldMkLst>
          <pc:docMk/>
          <pc:sldMk cId="1900449207" sldId="316"/>
        </pc:sldMkLst>
      </pc:sldChg>
      <pc:sldChg chg="add del">
        <pc:chgData name="Davide Donati" userId="48f00679d029b0d1" providerId="LiveId" clId="{C868F451-53ED-47EC-B10F-7D63AF034C54}" dt="2026-09-17T16:01:34.804" v="388"/>
        <pc:sldMkLst>
          <pc:docMk/>
          <pc:sldMk cId="4098428833" sldId="317"/>
        </pc:sldMkLst>
      </pc:sldChg>
      <pc:sldChg chg="add del">
        <pc:chgData name="Davide Donati" userId="48f00679d029b0d1" providerId="LiveId" clId="{C868F451-53ED-47EC-B10F-7D63AF034C54}" dt="2026-09-17T16:01:42.212" v="390"/>
        <pc:sldMkLst>
          <pc:docMk/>
          <pc:sldMk cId="1409307791" sldId="318"/>
        </pc:sldMkLst>
      </pc:sldChg>
      <pc:sldChg chg="add del">
        <pc:chgData name="Davide Donati" userId="48f00679d029b0d1" providerId="LiveId" clId="{C868F451-53ED-47EC-B10F-7D63AF034C54}" dt="2026-09-17T16:01:50.136" v="392"/>
        <pc:sldMkLst>
          <pc:docMk/>
          <pc:sldMk cId="2075719035" sldId="319"/>
        </pc:sldMkLst>
      </pc:sldChg>
      <pc:sldChg chg="add del">
        <pc:chgData name="Davide Donati" userId="48f00679d029b0d1" providerId="LiveId" clId="{C868F451-53ED-47EC-B10F-7D63AF034C54}" dt="2026-09-17T16:01:56.961" v="394"/>
        <pc:sldMkLst>
          <pc:docMk/>
          <pc:sldMk cId="3292440224" sldId="320"/>
        </pc:sldMkLst>
      </pc:sldChg>
      <pc:sldChg chg="add del">
        <pc:chgData name="Davide Donati" userId="48f00679d029b0d1" providerId="LiveId" clId="{C868F451-53ED-47EC-B10F-7D63AF034C54}" dt="2026-09-17T16:02:03.607" v="396"/>
        <pc:sldMkLst>
          <pc:docMk/>
          <pc:sldMk cId="2488242920" sldId="321"/>
        </pc:sldMkLst>
      </pc:sldChg>
      <pc:sldChg chg="add del">
        <pc:chgData name="Davide Donati" userId="48f00679d029b0d1" providerId="LiveId" clId="{C868F451-53ED-47EC-B10F-7D63AF034C54}" dt="2026-09-17T16:04:41.253" v="415"/>
        <pc:sldMkLst>
          <pc:docMk/>
          <pc:sldMk cId="580721300" sldId="322"/>
        </pc:sldMkLst>
      </pc:sldChg>
      <pc:sldChg chg="add">
        <pc:chgData name="Davide Donati" userId="48f00679d029b0d1" providerId="LiveId" clId="{C868F451-53ED-47EC-B10F-7D63AF034C54}" dt="2026-09-17T16:01:28.221" v="385"/>
        <pc:sldMkLst>
          <pc:docMk/>
          <pc:sldMk cId="206941140" sldId="323"/>
        </pc:sldMkLst>
      </pc:sldChg>
      <pc:sldChg chg="add">
        <pc:chgData name="Davide Donati" userId="48f00679d029b0d1" providerId="LiveId" clId="{C868F451-53ED-47EC-B10F-7D63AF034C54}" dt="2026-09-17T16:01:34.801" v="387"/>
        <pc:sldMkLst>
          <pc:docMk/>
          <pc:sldMk cId="2970078462" sldId="324"/>
        </pc:sldMkLst>
      </pc:sldChg>
      <pc:sldChg chg="add">
        <pc:chgData name="Davide Donati" userId="48f00679d029b0d1" providerId="LiveId" clId="{C868F451-53ED-47EC-B10F-7D63AF034C54}" dt="2026-09-17T16:01:42.209" v="389"/>
        <pc:sldMkLst>
          <pc:docMk/>
          <pc:sldMk cId="3424568911" sldId="325"/>
        </pc:sldMkLst>
      </pc:sldChg>
      <pc:sldChg chg="add">
        <pc:chgData name="Davide Donati" userId="48f00679d029b0d1" providerId="LiveId" clId="{C868F451-53ED-47EC-B10F-7D63AF034C54}" dt="2026-09-17T16:01:50.126" v="391"/>
        <pc:sldMkLst>
          <pc:docMk/>
          <pc:sldMk cId="263709279" sldId="326"/>
        </pc:sldMkLst>
      </pc:sldChg>
      <pc:sldChg chg="add">
        <pc:chgData name="Davide Donati" userId="48f00679d029b0d1" providerId="LiveId" clId="{C868F451-53ED-47EC-B10F-7D63AF034C54}" dt="2026-09-17T16:01:56.958" v="393"/>
        <pc:sldMkLst>
          <pc:docMk/>
          <pc:sldMk cId="1146627399" sldId="327"/>
        </pc:sldMkLst>
      </pc:sldChg>
      <pc:sldChg chg="add">
        <pc:chgData name="Davide Donati" userId="48f00679d029b0d1" providerId="LiveId" clId="{C868F451-53ED-47EC-B10F-7D63AF034C54}" dt="2026-09-17T16:02:03.605" v="395"/>
        <pc:sldMkLst>
          <pc:docMk/>
          <pc:sldMk cId="3436177328" sldId="328"/>
        </pc:sldMkLst>
      </pc:sldChg>
      <pc:sldChg chg="add del">
        <pc:chgData name="Davide Donati" userId="48f00679d029b0d1" providerId="LiveId" clId="{C868F451-53ED-47EC-B10F-7D63AF034C54}" dt="2026-09-17T16:02:59.891" v="400"/>
        <pc:sldMkLst>
          <pc:docMk/>
          <pc:sldMk cId="2482318666" sldId="329"/>
        </pc:sldMkLst>
      </pc:sldChg>
      <pc:sldChg chg="add del">
        <pc:chgData name="Davide Donati" userId="48f00679d029b0d1" providerId="LiveId" clId="{C868F451-53ED-47EC-B10F-7D63AF034C54}" dt="2026-09-17T16:03:17.560" v="402"/>
        <pc:sldMkLst>
          <pc:docMk/>
          <pc:sldMk cId="992178365" sldId="330"/>
        </pc:sldMkLst>
      </pc:sldChg>
      <pc:sldChg chg="add">
        <pc:chgData name="Davide Donati" userId="48f00679d029b0d1" providerId="LiveId" clId="{C868F451-53ED-47EC-B10F-7D63AF034C54}" dt="2026-09-17T16:03:17.555" v="401"/>
        <pc:sldMkLst>
          <pc:docMk/>
          <pc:sldMk cId="860181940" sldId="331"/>
        </pc:sldMkLst>
      </pc:sldChg>
      <pc:sldChg chg="add">
        <pc:chgData name="Davide Donati" userId="48f00679d029b0d1" providerId="LiveId" clId="{C868F451-53ED-47EC-B10F-7D63AF034C54}" dt="2026-09-17T16:03:30.669" v="403"/>
        <pc:sldMkLst>
          <pc:docMk/>
          <pc:sldMk cId="2455500604" sldId="332"/>
        </pc:sldMkLst>
      </pc:sldChg>
      <pc:sldChg chg="add">
        <pc:chgData name="Davide Donati" userId="48f00679d029b0d1" providerId="LiveId" clId="{C868F451-53ED-47EC-B10F-7D63AF034C54}" dt="2026-09-17T16:03:41.042" v="405"/>
        <pc:sldMkLst>
          <pc:docMk/>
          <pc:sldMk cId="3412165052" sldId="333"/>
        </pc:sldMkLst>
      </pc:sldChg>
      <pc:sldChg chg="add">
        <pc:chgData name="Davide Donati" userId="48f00679d029b0d1" providerId="LiveId" clId="{C868F451-53ED-47EC-B10F-7D63AF034C54}" dt="2026-09-17T16:03:50.815" v="407"/>
        <pc:sldMkLst>
          <pc:docMk/>
          <pc:sldMk cId="1428650909" sldId="334"/>
        </pc:sldMkLst>
      </pc:sldChg>
      <pc:sldChg chg="modSp add mod">
        <pc:chgData name="Davide Donati" userId="48f00679d029b0d1" providerId="LiveId" clId="{C868F451-53ED-47EC-B10F-7D63AF034C54}" dt="2026-09-17T16:04:26.475" v="413"/>
        <pc:sldMkLst>
          <pc:docMk/>
          <pc:sldMk cId="1128243839" sldId="335"/>
        </pc:sldMkLst>
        <pc:spChg chg="mod">
          <ac:chgData name="Davide Donati" userId="48f00679d029b0d1" providerId="LiveId" clId="{C868F451-53ED-47EC-B10F-7D63AF034C54}" dt="2026-09-17T16:04:26.475" v="413"/>
          <ac:spMkLst>
            <pc:docMk/>
            <pc:sldMk cId="1128243839" sldId="335"/>
            <ac:spMk id="90" creationId="{00000000-0000-0000-0000-000000000000}"/>
          </ac:spMkLst>
        </pc:spChg>
      </pc:sldChg>
      <pc:sldChg chg="add">
        <pc:chgData name="Davide Donati" userId="48f00679d029b0d1" providerId="LiveId" clId="{C868F451-53ED-47EC-B10F-7D63AF034C54}" dt="2026-09-17T16:04:13.892" v="411"/>
        <pc:sldMkLst>
          <pc:docMk/>
          <pc:sldMk cId="1748756889" sldId="336"/>
        </pc:sldMkLst>
      </pc:sldChg>
      <pc:sldChg chg="modSp add mod">
        <pc:chgData name="Davide Donati" userId="48f00679d029b0d1" providerId="LiveId" clId="{C868F451-53ED-47EC-B10F-7D63AF034C54}" dt="2026-09-17T16:45:19.595" v="432"/>
        <pc:sldMkLst>
          <pc:docMk/>
          <pc:sldMk cId="3623206744" sldId="337"/>
        </pc:sldMkLst>
        <pc:picChg chg="mod">
          <ac:chgData name="Davide Donati" userId="48f00679d029b0d1" providerId="LiveId" clId="{C868F451-53ED-47EC-B10F-7D63AF034C54}" dt="2026-09-17T16:45:19.595" v="432"/>
          <ac:picMkLst>
            <pc:docMk/>
            <pc:sldMk cId="3623206744" sldId="337"/>
            <ac:picMk id="4" creationId="{7A7B3939-E02E-B271-C8EF-A97950F288A5}"/>
          </ac:picMkLst>
        </pc:picChg>
      </pc:sldChg>
      <pc:sldChg chg="modSp add mod">
        <pc:chgData name="Davide Donati" userId="48f00679d029b0d1" providerId="LiveId" clId="{C868F451-53ED-47EC-B10F-7D63AF034C54}" dt="2026-09-17T16:45:19.599" v="436"/>
        <pc:sldMkLst>
          <pc:docMk/>
          <pc:sldMk cId="1693883747" sldId="338"/>
        </pc:sldMkLst>
        <pc:picChg chg="mod">
          <ac:chgData name="Davide Donati" userId="48f00679d029b0d1" providerId="LiveId" clId="{C868F451-53ED-47EC-B10F-7D63AF034C54}" dt="2026-09-17T16:45:19.599" v="436"/>
          <ac:picMkLst>
            <pc:docMk/>
            <pc:sldMk cId="1693883747" sldId="338"/>
            <ac:picMk id="4" creationId="{A8D3C5F8-A258-2740-8D00-1AF11DEEEC26}"/>
          </ac:picMkLst>
        </pc:picChg>
      </pc:sldChg>
      <pc:sldChg chg="addSp delSp modSp add del mod ord delAnim">
        <pc:chgData name="Davide Donati" userId="48f00679d029b0d1" providerId="LiveId" clId="{C868F451-53ED-47EC-B10F-7D63AF034C54}" dt="2026-09-17T16:48:36.177" v="460"/>
        <pc:sldMkLst>
          <pc:docMk/>
          <pc:sldMk cId="2469557099" sldId="339"/>
        </pc:sldMkLst>
        <pc:spChg chg="mod">
          <ac:chgData name="Davide Donati" userId="48f00679d029b0d1" providerId="LiveId" clId="{C868F451-53ED-47EC-B10F-7D63AF034C54}" dt="2026-09-17T16:48:21.186" v="444"/>
          <ac:spMkLst>
            <pc:docMk/>
            <pc:sldMk cId="2469557099" sldId="339"/>
            <ac:spMk id="2" creationId="{6461F2D4-CEBD-575C-F0D3-A1DE0968A27E}"/>
          </ac:spMkLst>
        </pc:spChg>
        <pc:spChg chg="mod">
          <ac:chgData name="Davide Donati" userId="48f00679d029b0d1" providerId="LiveId" clId="{C868F451-53ED-47EC-B10F-7D63AF034C54}" dt="2026-09-17T16:48:21.186" v="448"/>
          <ac:spMkLst>
            <pc:docMk/>
            <pc:sldMk cId="2469557099" sldId="339"/>
            <ac:spMk id="3" creationId="{D104A4B7-8D8A-843F-AE6E-E9D8D7CEA424}"/>
          </ac:spMkLst>
        </pc:spChg>
        <pc:spChg chg="add mod">
          <ac:chgData name="Davide Donati" userId="48f00679d029b0d1" providerId="LiveId" clId="{C868F451-53ED-47EC-B10F-7D63AF034C54}" dt="2026-09-17T16:48:21.187" v="451"/>
          <ac:spMkLst>
            <pc:docMk/>
            <pc:sldMk cId="2469557099" sldId="339"/>
            <ac:spMk id="5" creationId="{46FEE76E-15B5-4787-8E48-8E4F594C2B7A}"/>
          </ac:spMkLst>
        </pc:spChg>
        <pc:spChg chg="add mod">
          <ac:chgData name="Davide Donati" userId="48f00679d029b0d1" providerId="LiveId" clId="{C868F451-53ED-47EC-B10F-7D63AF034C54}" dt="2026-09-17T16:48:21.190" v="455"/>
          <ac:spMkLst>
            <pc:docMk/>
            <pc:sldMk cId="2469557099" sldId="339"/>
            <ac:spMk id="6" creationId="{DFDA5726-8C53-4DE7-B6E8-DD22BCCAFCDE}"/>
          </ac:spMkLst>
        </pc:spChg>
        <pc:spChg chg="add mod">
          <ac:chgData name="Davide Donati" userId="48f00679d029b0d1" providerId="LiveId" clId="{C868F451-53ED-47EC-B10F-7D63AF034C54}" dt="2026-09-17T16:48:21.191" v="458"/>
          <ac:spMkLst>
            <pc:docMk/>
            <pc:sldMk cId="2469557099" sldId="339"/>
            <ac:spMk id="7" creationId="{AFF7763B-95E9-4F51-8D46-DA9FE7E4F6E7}"/>
          </ac:spMkLst>
        </pc:spChg>
        <pc:picChg chg="del">
          <ac:chgData name="Davide Donati" userId="48f00679d029b0d1" providerId="LiveId" clId="{C868F451-53ED-47EC-B10F-7D63AF034C54}" dt="2026-09-17T16:48:21.185" v="440"/>
          <ac:picMkLst>
            <pc:docMk/>
            <pc:sldMk cId="2469557099" sldId="339"/>
            <ac:picMk id="4" creationId="{CDC2DABA-A020-5EF5-E1D8-E68A8D478A3D}"/>
          </ac:picMkLst>
        </pc:picChg>
      </pc:sldChg>
      <pc:sldChg chg="add del">
        <pc:chgData name="Davide Donati" userId="48f00679d029b0d1" providerId="LiveId" clId="{C868F451-53ED-47EC-B10F-7D63AF034C54}" dt="2026-09-17T16:49:19.619" v="479"/>
        <pc:sldMkLst>
          <pc:docMk/>
          <pc:sldMk cId="2553345539" sldId="340"/>
        </pc:sldMkLst>
      </pc:sldChg>
      <pc:sldChg chg="addSp modSp add del mod">
        <pc:chgData name="Davide Donati" userId="48f00679d029b0d1" providerId="LiveId" clId="{C868F451-53ED-47EC-B10F-7D63AF034C54}" dt="2026-09-17T16:49:03.390" v="474"/>
        <pc:sldMkLst>
          <pc:docMk/>
          <pc:sldMk cId="2999746947" sldId="341"/>
        </pc:sldMkLst>
        <pc:spChg chg="mod">
          <ac:chgData name="Davide Donati" userId="48f00679d029b0d1" providerId="LiveId" clId="{C868F451-53ED-47EC-B10F-7D63AF034C54}" dt="2026-09-17T16:48:36.196" v="461" actId="27636"/>
          <ac:spMkLst>
            <pc:docMk/>
            <pc:sldMk cId="2999746947" sldId="341"/>
            <ac:spMk id="2" creationId="{6461F2D4-CEBD-575C-F0D3-A1DE0968A27E}"/>
          </ac:spMkLst>
        </pc:spChg>
        <pc:spChg chg="mod">
          <ac:chgData name="Davide Donati" userId="48f00679d029b0d1" providerId="LiveId" clId="{C868F451-53ED-47EC-B10F-7D63AF034C54}" dt="2026-09-17T16:48:51.788" v="469"/>
          <ac:spMkLst>
            <pc:docMk/>
            <pc:sldMk cId="2999746947" sldId="341"/>
            <ac:spMk id="3" creationId="{D104A4B7-8D8A-843F-AE6E-E9D8D7CEA424}"/>
          </ac:spMkLst>
        </pc:spChg>
        <pc:spChg chg="add mod">
          <ac:chgData name="Davide Donati" userId="48f00679d029b0d1" providerId="LiveId" clId="{C868F451-53ED-47EC-B10F-7D63AF034C54}" dt="2026-09-17T16:48:51.789" v="472"/>
          <ac:spMkLst>
            <pc:docMk/>
            <pc:sldMk cId="2999746947" sldId="341"/>
            <ac:spMk id="4" creationId="{10D714C5-1374-48C5-94B5-2B09CBBE790C}"/>
          </ac:spMkLst>
        </pc:spChg>
        <pc:spChg chg="mod">
          <ac:chgData name="Davide Donati" userId="48f00679d029b0d1" providerId="LiveId" clId="{C868F451-53ED-47EC-B10F-7D63AF034C54}" dt="2026-09-17T16:48:36.655" v="463"/>
          <ac:spMkLst>
            <pc:docMk/>
            <pc:sldMk cId="2999746947" sldId="341"/>
            <ac:spMk id="5" creationId="{46FEE76E-15B5-4787-8E48-8E4F594C2B7A}"/>
          </ac:spMkLst>
        </pc:spChg>
        <pc:spChg chg="mod">
          <ac:chgData name="Davide Donati" userId="48f00679d029b0d1" providerId="LiveId" clId="{C868F451-53ED-47EC-B10F-7D63AF034C54}" dt="2026-09-17T16:48:36.656" v="465"/>
          <ac:spMkLst>
            <pc:docMk/>
            <pc:sldMk cId="2999746947" sldId="341"/>
            <ac:spMk id="7" creationId="{AFF7763B-95E9-4F51-8D46-DA9FE7E4F6E7}"/>
          </ac:spMkLst>
        </pc:spChg>
      </pc:sldChg>
      <pc:sldChg chg="modSp add mod">
        <pc:chgData name="Davide Donati" userId="48f00679d029b0d1" providerId="LiveId" clId="{C868F451-53ED-47EC-B10F-7D63AF034C54}" dt="2026-09-17T16:49:03.867" v="477"/>
        <pc:sldMkLst>
          <pc:docMk/>
          <pc:sldMk cId="1797461735" sldId="342"/>
        </pc:sldMkLst>
        <pc:spChg chg="mod">
          <ac:chgData name="Davide Donati" userId="48f00679d029b0d1" providerId="LiveId" clId="{C868F451-53ED-47EC-B10F-7D63AF034C54}" dt="2026-09-17T16:49:03.866" v="476"/>
          <ac:spMkLst>
            <pc:docMk/>
            <pc:sldMk cId="1797461735" sldId="342"/>
            <ac:spMk id="4" creationId="{10D714C5-1374-48C5-94B5-2B09CBBE790C}"/>
          </ac:spMkLst>
        </pc:spChg>
        <pc:spChg chg="mod">
          <ac:chgData name="Davide Donati" userId="48f00679d029b0d1" providerId="LiveId" clId="{C868F451-53ED-47EC-B10F-7D63AF034C54}" dt="2026-09-17T16:49:03.867" v="477"/>
          <ac:spMkLst>
            <pc:docMk/>
            <pc:sldMk cId="1797461735" sldId="342"/>
            <ac:spMk id="7" creationId="{AFF7763B-95E9-4F51-8D46-DA9FE7E4F6E7}"/>
          </ac:spMkLst>
        </pc:spChg>
      </pc:sldChg>
      <pc:sldChg chg="add">
        <pc:chgData name="Davide Donati" userId="48f00679d029b0d1" providerId="LiveId" clId="{C868F451-53ED-47EC-B10F-7D63AF034C54}" dt="2026-09-17T16:49:19.615" v="478"/>
        <pc:sldMkLst>
          <pc:docMk/>
          <pc:sldMk cId="144357536" sldId="343"/>
        </pc:sldMkLst>
      </pc:sldChg>
    </pc:docChg>
  </pc:docChgLst>
  <pc:docChgLst>
    <pc:chgData name="Utente guest" providerId="Windows Live" clId="Web-{B56771B1-0332-3139-1EC5-90CCC0DE69FD}"/>
    <pc:docChg chg="modSld">
      <pc:chgData name="Utente guest" userId="" providerId="Windows Live" clId="Web-{B56771B1-0332-3139-1EC5-90CCC0DE69FD}" dt="2026-09-16T10:17:11.235" v="19" actId="20577"/>
      <pc:docMkLst>
        <pc:docMk/>
      </pc:docMkLst>
      <pc:sldChg chg="modSp">
        <pc:chgData name="Utente guest" userId="" providerId="Windows Live" clId="Web-{B56771B1-0332-3139-1EC5-90CCC0DE69FD}" dt="2026-09-16T10:17:11.235" v="19" actId="20577"/>
        <pc:sldMkLst>
          <pc:docMk/>
          <pc:sldMk cId="1586108480" sldId="283"/>
        </pc:sldMkLst>
        <pc:spChg chg="mod">
          <ac:chgData name="Utente guest" userId="" providerId="Windows Live" clId="Web-{B56771B1-0332-3139-1EC5-90CCC0DE69FD}" dt="2026-09-16T10:17:11.235" v="19" actId="20577"/>
          <ac:spMkLst>
            <pc:docMk/>
            <pc:sldMk cId="1586108480" sldId="283"/>
            <ac:spMk id="3" creationId="{D104A4B7-8D8A-843F-AE6E-E9D8D7CEA424}"/>
          </ac:spMkLst>
        </pc:spChg>
      </pc:sldChg>
      <pc:sldChg chg="modSp">
        <pc:chgData name="Utente guest" userId="" providerId="Windows Live" clId="Web-{B56771B1-0332-3139-1EC5-90CCC0DE69FD}" dt="2026-09-16T10:13:17.012" v="2" actId="20577"/>
        <pc:sldMkLst>
          <pc:docMk/>
          <pc:sldMk cId="3333103481" sldId="291"/>
        </pc:sldMkLst>
        <pc:spChg chg="mod">
          <ac:chgData name="Utente guest" userId="" providerId="Windows Live" clId="Web-{B56771B1-0332-3139-1EC5-90CCC0DE69FD}" dt="2026-09-16T10:13:17.012" v="2" actId="20577"/>
          <ac:spMkLst>
            <pc:docMk/>
            <pc:sldMk cId="3333103481" sldId="291"/>
            <ac:spMk id="3" creationId="{7A001503-DF0A-69F9-2549-DA6297C2F516}"/>
          </ac:spMkLst>
        </pc:spChg>
      </pc:sldChg>
    </pc:docChg>
  </pc:docChgLst>
  <pc:docChgLst>
    <pc:chgData name="Guest User" providerId="Windows Live" clId="Web-{B56771B1-0332-3139-1EC5-90CCC0DE69FD}"/>
    <pc:docChg chg="modSld">
      <pc:chgData name="Guest User" userId="" providerId="Windows Live" clId="Web-{B56771B1-0332-3139-1EC5-90CCC0DE69FD}" dt="2026-09-16T10:42:37.798" v="47" actId="20577"/>
      <pc:docMkLst>
        <pc:docMk/>
      </pc:docMkLst>
      <pc:sldChg chg="addSp delSp modSp">
        <pc:chgData name="Guest User" userId="" providerId="Windows Live" clId="Web-{B56771B1-0332-3139-1EC5-90CCC0DE69FD}" dt="2026-09-16T10:42:37.798" v="47" actId="20577"/>
        <pc:sldMkLst>
          <pc:docMk/>
          <pc:sldMk cId="2301871219" sldId="290"/>
        </pc:sldMkLst>
        <pc:spChg chg="add del mod">
          <ac:chgData name="Guest User" userId="" providerId="Windows Live" clId="Web-{B56771B1-0332-3139-1EC5-90CCC0DE69FD}" dt="2026-09-16T10:38:02.996" v="14" actId="20577"/>
          <ac:spMkLst>
            <pc:docMk/>
            <pc:sldMk cId="2301871219" sldId="290"/>
            <ac:spMk id="30" creationId="{00000000-0000-0000-0000-000000000000}"/>
          </ac:spMkLst>
        </pc:spChg>
        <pc:spChg chg="mod">
          <ac:chgData name="Guest User" userId="" providerId="Windows Live" clId="Web-{B56771B1-0332-3139-1EC5-90CCC0DE69FD}" dt="2026-09-16T10:39:46.536" v="41" actId="20577"/>
          <ac:spMkLst>
            <pc:docMk/>
            <pc:sldMk cId="2301871219" sldId="290"/>
            <ac:spMk id="43" creationId="{00000000-0000-0000-0000-000000000000}"/>
          </ac:spMkLst>
        </pc:spChg>
        <pc:spChg chg="mod">
          <ac:chgData name="Guest User" userId="" providerId="Windows Live" clId="Web-{B56771B1-0332-3139-1EC5-90CCC0DE69FD}" dt="2026-09-16T10:42:37.798" v="47" actId="20577"/>
          <ac:spMkLst>
            <pc:docMk/>
            <pc:sldMk cId="2301871219" sldId="290"/>
            <ac:spMk id="51" creationId="{00000000-0000-0000-0000-000000000000}"/>
          </ac:spMkLst>
        </pc:spChg>
      </pc:sldChg>
    </pc:docChg>
  </pc:docChgLst>
  <pc:docChgLst>
    <pc:chgData name="Utente guest" providerId="Windows Live" clId="Web-{00000000-0000-0000-0000-000000000000}"/>
    <pc:docChg chg="modSld">
      <pc:chgData name="Utente guest" userId="" providerId="Windows Live" clId="Web-{00000000-0000-0000-0000-000000000000}" dt="2026-09-17T10:19:40.094" v="1560" actId="20577"/>
      <pc:docMkLst>
        <pc:docMk/>
      </pc:docMkLst>
      <pc:sldChg chg="addSp modSp addAnim">
        <pc:chgData name="Utente guest" userId="" providerId="Windows Live" clId="Web-{00000000-0000-0000-0000-000000000000}" dt="2026-09-17T09:13:14.570" v="181" actId="1076"/>
        <pc:sldMkLst>
          <pc:docMk/>
          <pc:sldMk cId="1586108480" sldId="283"/>
        </pc:sldMkLst>
        <pc:spChg chg="mod">
          <ac:chgData name="Utente guest" userId="" providerId="Windows Live" clId="Web-{00000000-0000-0000-0000-000000000000}" dt="2026-09-17T09:13:09.148" v="179" actId="1076"/>
          <ac:spMkLst>
            <pc:docMk/>
            <pc:sldMk cId="1586108480" sldId="283"/>
            <ac:spMk id="2" creationId="{6461F2D4-CEBD-575C-F0D3-A1DE0968A27E}"/>
          </ac:spMkLst>
        </pc:spChg>
        <pc:spChg chg="mod">
          <ac:chgData name="Utente guest" userId="" providerId="Windows Live" clId="Web-{00000000-0000-0000-0000-000000000000}" dt="2026-09-17T09:13:09.163" v="180" actId="1076"/>
          <ac:spMkLst>
            <pc:docMk/>
            <pc:sldMk cId="1586108480" sldId="283"/>
            <ac:spMk id="3" creationId="{D104A4B7-8D8A-843F-AE6E-E9D8D7CEA424}"/>
          </ac:spMkLst>
        </pc:spChg>
        <pc:picChg chg="add mod">
          <ac:chgData name="Utente guest" userId="" providerId="Windows Live" clId="Web-{00000000-0000-0000-0000-000000000000}" dt="2026-09-17T09:13:14.570" v="181" actId="1076"/>
          <ac:picMkLst>
            <pc:docMk/>
            <pc:sldMk cId="1586108480" sldId="283"/>
            <ac:picMk id="4" creationId="{CDC2DABA-A020-5EF5-E1D8-E68A8D478A3D}"/>
          </ac:picMkLst>
        </pc:picChg>
      </pc:sldChg>
      <pc:sldChg chg="addSp delSp modSp">
        <pc:chgData name="Utente guest" userId="" providerId="Windows Live" clId="Web-{00000000-0000-0000-0000-000000000000}" dt="2026-09-17T10:14:20.707" v="1387" actId="1076"/>
        <pc:sldMkLst>
          <pc:docMk/>
          <pc:sldMk cId="4075799424" sldId="286"/>
        </pc:sldMkLst>
        <pc:spChg chg="mod">
          <ac:chgData name="Utente guest" userId="" providerId="Windows Live" clId="Web-{00000000-0000-0000-0000-000000000000}" dt="2026-09-17T09:36:24.606" v="478" actId="20577"/>
          <ac:spMkLst>
            <pc:docMk/>
            <pc:sldMk cId="4075799424" sldId="286"/>
            <ac:spMk id="2" creationId="{A151F285-8153-0CC1-D920-15CA7DE71DF8}"/>
          </ac:spMkLst>
        </pc:spChg>
        <pc:spChg chg="add mod">
          <ac:chgData name="Utente guest" userId="" providerId="Windows Live" clId="Web-{00000000-0000-0000-0000-000000000000}" dt="2026-09-17T10:14:20.692" v="1384" actId="1076"/>
          <ac:spMkLst>
            <pc:docMk/>
            <pc:sldMk cId="4075799424" sldId="286"/>
            <ac:spMk id="4" creationId="{1749FFE0-5BC4-B804-6F54-398D8DBB6F35}"/>
          </ac:spMkLst>
        </pc:spChg>
        <pc:spChg chg="add mod">
          <ac:chgData name="Utente guest" userId="" providerId="Windows Live" clId="Web-{00000000-0000-0000-0000-000000000000}" dt="2026-09-17T10:14:20.692" v="1385" actId="1076"/>
          <ac:spMkLst>
            <pc:docMk/>
            <pc:sldMk cId="4075799424" sldId="286"/>
            <ac:spMk id="5" creationId="{7A8FC931-BD3A-C362-D54F-1525D6C987F6}"/>
          </ac:spMkLst>
        </pc:spChg>
        <pc:spChg chg="add mod">
          <ac:chgData name="Utente guest" userId="" providerId="Windows Live" clId="Web-{00000000-0000-0000-0000-000000000000}" dt="2026-09-17T10:14:20.707" v="1386" actId="1076"/>
          <ac:spMkLst>
            <pc:docMk/>
            <pc:sldMk cId="4075799424" sldId="286"/>
            <ac:spMk id="6" creationId="{252D0B4F-D891-DE2A-60C5-3210ECAC7405}"/>
          </ac:spMkLst>
        </pc:spChg>
        <pc:spChg chg="add mod">
          <ac:chgData name="Utente guest" userId="" providerId="Windows Live" clId="Web-{00000000-0000-0000-0000-000000000000}" dt="2026-09-17T10:14:20.707" v="1387" actId="1076"/>
          <ac:spMkLst>
            <pc:docMk/>
            <pc:sldMk cId="4075799424" sldId="286"/>
            <ac:spMk id="7" creationId="{6180B5CE-6D88-3681-7DB6-72D46A797880}"/>
          </ac:spMkLst>
        </pc:spChg>
        <pc:spChg chg="add mod">
          <ac:chgData name="Utente guest" userId="" providerId="Windows Live" clId="Web-{00000000-0000-0000-0000-000000000000}" dt="2026-09-17T10:14:10.113" v="1382" actId="1076"/>
          <ac:spMkLst>
            <pc:docMk/>
            <pc:sldMk cId="4075799424" sldId="286"/>
            <ac:spMk id="8" creationId="{DE00ACD0-17D2-1E31-D8D7-F1D125EBBB2F}"/>
          </ac:spMkLst>
        </pc:spChg>
        <pc:spChg chg="del mod">
          <ac:chgData name="Utente guest" userId="" providerId="Windows Live" clId="Web-{00000000-0000-0000-0000-000000000000}" dt="2026-09-17T09:36:09.278" v="461"/>
          <ac:spMkLst>
            <pc:docMk/>
            <pc:sldMk cId="4075799424" sldId="286"/>
            <ac:spMk id="30" creationId="{00000000-0000-0000-0000-000000000000}"/>
          </ac:spMkLst>
        </pc:spChg>
        <pc:picChg chg="mod">
          <ac:chgData name="Utente guest" userId="" providerId="Windows Live" clId="Web-{00000000-0000-0000-0000-000000000000}" dt="2026-09-17T10:14:20.676" v="1383" actId="1076"/>
          <ac:picMkLst>
            <pc:docMk/>
            <pc:sldMk cId="4075799424" sldId="286"/>
            <ac:picMk id="3" creationId="{C10F5B8E-4A5D-BDDE-A737-529348ACD7DA}"/>
          </ac:picMkLst>
        </pc:picChg>
      </pc:sldChg>
      <pc:sldChg chg="addSp delSp modSp">
        <pc:chgData name="Utente guest" userId="" providerId="Windows Live" clId="Web-{00000000-0000-0000-0000-000000000000}" dt="2026-09-17T10:08:03.521" v="1169" actId="20577"/>
        <pc:sldMkLst>
          <pc:docMk/>
          <pc:sldMk cId="162087776" sldId="287"/>
        </pc:sldMkLst>
        <pc:spChg chg="mod">
          <ac:chgData name="Utente guest" userId="" providerId="Windows Live" clId="Web-{00000000-0000-0000-0000-000000000000}" dt="2026-09-17T09:53:24.316" v="810" actId="1076"/>
          <ac:spMkLst>
            <pc:docMk/>
            <pc:sldMk cId="162087776" sldId="287"/>
            <ac:spMk id="2" creationId="{B97A1E6C-7592-8748-72A7-A597A631B4A1}"/>
          </ac:spMkLst>
        </pc:spChg>
        <pc:spChg chg="add mod">
          <ac:chgData name="Utente guest" userId="" providerId="Windows Live" clId="Web-{00000000-0000-0000-0000-000000000000}" dt="2026-09-17T10:08:03.521" v="1169" actId="20577"/>
          <ac:spMkLst>
            <pc:docMk/>
            <pc:sldMk cId="162087776" sldId="287"/>
            <ac:spMk id="4" creationId="{55662353-4A05-0CD7-8188-965E55042511}"/>
          </ac:spMkLst>
        </pc:spChg>
        <pc:spChg chg="del mod">
          <ac:chgData name="Utente guest" userId="" providerId="Windows Live" clId="Web-{00000000-0000-0000-0000-000000000000}" dt="2026-09-17T09:53:00.097" v="804"/>
          <ac:spMkLst>
            <pc:docMk/>
            <pc:sldMk cId="162087776" sldId="287"/>
            <ac:spMk id="30" creationId="{00000000-0000-0000-0000-000000000000}"/>
          </ac:spMkLst>
        </pc:spChg>
        <pc:picChg chg="mod">
          <ac:chgData name="Utente guest" userId="" providerId="Windows Live" clId="Web-{00000000-0000-0000-0000-000000000000}" dt="2026-09-17T09:53:19.676" v="809" actId="1076"/>
          <ac:picMkLst>
            <pc:docMk/>
            <pc:sldMk cId="162087776" sldId="287"/>
            <ac:picMk id="3" creationId="{2FE4EC93-2819-96F2-8A1E-7DFF637F5F30}"/>
          </ac:picMkLst>
        </pc:picChg>
      </pc:sldChg>
      <pc:sldChg chg="addSp delSp modSp">
        <pc:chgData name="Utente guest" userId="" providerId="Windows Live" clId="Web-{00000000-0000-0000-0000-000000000000}" dt="2026-09-17T10:11:59.358" v="1278" actId="20577"/>
        <pc:sldMkLst>
          <pc:docMk/>
          <pc:sldMk cId="1588896152" sldId="288"/>
        </pc:sldMkLst>
        <pc:spChg chg="mod">
          <ac:chgData name="Utente guest" userId="" providerId="Windows Live" clId="Web-{00000000-0000-0000-0000-000000000000}" dt="2026-09-17T10:06:11.173" v="1120" actId="1076"/>
          <ac:spMkLst>
            <pc:docMk/>
            <pc:sldMk cId="1588896152" sldId="288"/>
            <ac:spMk id="2" creationId="{EFE9BFA1-5AC2-F3E0-A71D-530DA3B98A60}"/>
          </ac:spMkLst>
        </pc:spChg>
        <pc:spChg chg="add">
          <ac:chgData name="Utente guest" userId="" providerId="Windows Live" clId="Web-{00000000-0000-0000-0000-000000000000}" dt="2026-09-17T10:06:27.627" v="1122"/>
          <ac:spMkLst>
            <pc:docMk/>
            <pc:sldMk cId="1588896152" sldId="288"/>
            <ac:spMk id="4" creationId="{B2EAF7A1-BD37-7D4F-F9AB-6BEA8543CE9D}"/>
          </ac:spMkLst>
        </pc:spChg>
        <pc:spChg chg="add">
          <ac:chgData name="Utente guest" userId="" providerId="Windows Live" clId="Web-{00000000-0000-0000-0000-000000000000}" dt="2026-09-17T10:06:35.440" v="1123"/>
          <ac:spMkLst>
            <pc:docMk/>
            <pc:sldMk cId="1588896152" sldId="288"/>
            <ac:spMk id="5" creationId="{5C1699D4-5910-B411-B1C5-615295EEB965}"/>
          </ac:spMkLst>
        </pc:spChg>
        <pc:spChg chg="add mod">
          <ac:chgData name="Utente guest" userId="" providerId="Windows Live" clId="Web-{00000000-0000-0000-0000-000000000000}" dt="2026-09-17T10:11:59.358" v="1278" actId="20577"/>
          <ac:spMkLst>
            <pc:docMk/>
            <pc:sldMk cId="1588896152" sldId="288"/>
            <ac:spMk id="6" creationId="{179AE9FE-1326-D24A-9427-0EA9C83BA53B}"/>
          </ac:spMkLst>
        </pc:spChg>
        <pc:spChg chg="del mod">
          <ac:chgData name="Utente guest" userId="" providerId="Windows Live" clId="Web-{00000000-0000-0000-0000-000000000000}" dt="2026-09-17T10:05:44.078" v="1115"/>
          <ac:spMkLst>
            <pc:docMk/>
            <pc:sldMk cId="1588896152" sldId="288"/>
            <ac:spMk id="30" creationId="{00000000-0000-0000-0000-000000000000}"/>
          </ac:spMkLst>
        </pc:spChg>
        <pc:picChg chg="mod">
          <ac:chgData name="Utente guest" userId="" providerId="Windows Live" clId="Web-{00000000-0000-0000-0000-000000000000}" dt="2026-09-17T10:06:11.173" v="1121" actId="1076"/>
          <ac:picMkLst>
            <pc:docMk/>
            <pc:sldMk cId="1588896152" sldId="288"/>
            <ac:picMk id="3" creationId="{57F7C2BA-2CB8-56C2-0CDC-AAE894EFB93E}"/>
          </ac:picMkLst>
        </pc:picChg>
      </pc:sldChg>
      <pc:sldChg chg="addSp delSp modSp">
        <pc:chgData name="Utente guest" userId="" providerId="Windows Live" clId="Web-{00000000-0000-0000-0000-000000000000}" dt="2026-09-17T10:19:40.094" v="1560" actId="20577"/>
        <pc:sldMkLst>
          <pc:docMk/>
          <pc:sldMk cId="2280260741" sldId="289"/>
        </pc:sldMkLst>
        <pc:spChg chg="mod">
          <ac:chgData name="Utente guest" userId="" providerId="Windows Live" clId="Web-{00000000-0000-0000-0000-000000000000}" dt="2026-09-17T10:16:17.384" v="1452" actId="1076"/>
          <ac:spMkLst>
            <pc:docMk/>
            <pc:sldMk cId="2280260741" sldId="289"/>
            <ac:spMk id="2" creationId="{48942FCF-2EEC-3683-6F2E-B506DBA7977E}"/>
          </ac:spMkLst>
        </pc:spChg>
        <pc:spChg chg="add mod">
          <ac:chgData name="Utente guest" userId="" providerId="Windows Live" clId="Web-{00000000-0000-0000-0000-000000000000}" dt="2026-09-17T10:19:40.094" v="1560" actId="20577"/>
          <ac:spMkLst>
            <pc:docMk/>
            <pc:sldMk cId="2280260741" sldId="289"/>
            <ac:spMk id="4" creationId="{918B7232-4696-BF51-2CF0-6C49C822483A}"/>
          </ac:spMkLst>
        </pc:spChg>
        <pc:spChg chg="del mod">
          <ac:chgData name="Utente guest" userId="" providerId="Windows Live" clId="Web-{00000000-0000-0000-0000-000000000000}" dt="2026-09-17T10:16:01.070" v="1449"/>
          <ac:spMkLst>
            <pc:docMk/>
            <pc:sldMk cId="2280260741" sldId="289"/>
            <ac:spMk id="30" creationId="{00000000-0000-0000-0000-000000000000}"/>
          </ac:spMkLst>
        </pc:spChg>
        <pc:picChg chg="mod">
          <ac:chgData name="Utente guest" userId="" providerId="Windows Live" clId="Web-{00000000-0000-0000-0000-000000000000}" dt="2026-09-17T10:16:17.384" v="1453" actId="1076"/>
          <ac:picMkLst>
            <pc:docMk/>
            <pc:sldMk cId="2280260741" sldId="289"/>
            <ac:picMk id="3" creationId="{40887455-5338-F47F-2369-FBC4F69E3DBA}"/>
          </ac:picMkLst>
        </pc:picChg>
      </pc:sldChg>
      <pc:sldChg chg="delSp modSp">
        <pc:chgData name="Utente guest" userId="" providerId="Windows Live" clId="Web-{00000000-0000-0000-0000-000000000000}" dt="2026-09-17T09:36:43.342" v="494" actId="20577"/>
        <pc:sldMkLst>
          <pc:docMk/>
          <pc:sldMk cId="2301871219" sldId="290"/>
        </pc:sldMkLst>
        <pc:spChg chg="mod">
          <ac:chgData name="Utente guest" userId="" providerId="Windows Live" clId="Web-{00000000-0000-0000-0000-000000000000}" dt="2026-09-17T09:36:43.342" v="494" actId="20577"/>
          <ac:spMkLst>
            <pc:docMk/>
            <pc:sldMk cId="2301871219" sldId="290"/>
            <ac:spMk id="2" creationId="{57091770-815E-EA86-6978-0D2C881F7D9E}"/>
          </ac:spMkLst>
        </pc:spChg>
        <pc:spChg chg="del mod">
          <ac:chgData name="Utente guest" userId="" providerId="Windows Live" clId="Web-{00000000-0000-0000-0000-000000000000}" dt="2026-09-17T09:23:58.422" v="271"/>
          <ac:spMkLst>
            <pc:docMk/>
            <pc:sldMk cId="2301871219" sldId="290"/>
            <ac:spMk id="30" creationId="{00000000-0000-0000-0000-000000000000}"/>
          </ac:spMkLst>
        </pc:spChg>
        <pc:spChg chg="mod">
          <ac:chgData name="Utente guest" userId="" providerId="Windows Live" clId="Web-{00000000-0000-0000-0000-000000000000}" dt="2026-09-17T09:24:24.439" v="274" actId="1076"/>
          <ac:spMkLst>
            <pc:docMk/>
            <pc:sldMk cId="2301871219" sldId="290"/>
            <ac:spMk id="41" creationId="{00000000-0000-0000-0000-000000000000}"/>
          </ac:spMkLst>
        </pc:spChg>
        <pc:spChg chg="mod">
          <ac:chgData name="Utente guest" userId="" providerId="Windows Live" clId="Web-{00000000-0000-0000-0000-000000000000}" dt="2026-09-17T09:25:30.676" v="295" actId="20577"/>
          <ac:spMkLst>
            <pc:docMk/>
            <pc:sldMk cId="2301871219" sldId="290"/>
            <ac:spMk id="42" creationId="{00000000-0000-0000-0000-000000000000}"/>
          </ac:spMkLst>
        </pc:spChg>
        <pc:spChg chg="mod">
          <ac:chgData name="Utente guest" userId="" providerId="Windows Live" clId="Web-{00000000-0000-0000-0000-000000000000}" dt="2026-09-17T09:26:11.865" v="325" actId="20577"/>
          <ac:spMkLst>
            <pc:docMk/>
            <pc:sldMk cId="2301871219" sldId="290"/>
            <ac:spMk id="43" creationId="{00000000-0000-0000-0000-000000000000}"/>
          </ac:spMkLst>
        </pc:spChg>
        <pc:spChg chg="mod">
          <ac:chgData name="Utente guest" userId="" providerId="Windows Live" clId="Web-{00000000-0000-0000-0000-000000000000}" dt="2026-09-17T09:24:24.470" v="277" actId="1076"/>
          <ac:spMkLst>
            <pc:docMk/>
            <pc:sldMk cId="2301871219" sldId="290"/>
            <ac:spMk id="51" creationId="{00000000-0000-0000-0000-000000000000}"/>
          </ac:spMkLst>
        </pc:spChg>
        <pc:spChg chg="mod">
          <ac:chgData name="Utente guest" userId="" providerId="Windows Live" clId="Web-{00000000-0000-0000-0000-000000000000}" dt="2026-09-17T09:24:24.470" v="278" actId="1076"/>
          <ac:spMkLst>
            <pc:docMk/>
            <pc:sldMk cId="2301871219" sldId="290"/>
            <ac:spMk id="52" creationId="{00000000-0000-0000-0000-000000000000}"/>
          </ac:spMkLst>
        </pc:spChg>
        <pc:spChg chg="mod">
          <ac:chgData name="Utente guest" userId="" providerId="Windows Live" clId="Web-{00000000-0000-0000-0000-000000000000}" dt="2026-09-17T09:24:24.486" v="279" actId="1076"/>
          <ac:spMkLst>
            <pc:docMk/>
            <pc:sldMk cId="2301871219" sldId="290"/>
            <ac:spMk id="53" creationId="{00000000-0000-0000-0000-000000000000}"/>
          </ac:spMkLst>
        </pc:spChg>
        <pc:spChg chg="mod">
          <ac:chgData name="Utente guest" userId="" providerId="Windows Live" clId="Web-{00000000-0000-0000-0000-000000000000}" dt="2026-09-17T09:30:01.045" v="411" actId="20577"/>
          <ac:spMkLst>
            <pc:docMk/>
            <pc:sldMk cId="2301871219" sldId="290"/>
            <ac:spMk id="60" creationId="{00000000-0000-0000-0000-000000000000}"/>
          </ac:spMkLst>
        </pc:spChg>
      </pc:sldChg>
      <pc:sldChg chg="addSp delSp modSp">
        <pc:chgData name="Utente guest" userId="" providerId="Windows Live" clId="Web-{00000000-0000-0000-0000-000000000000}" dt="2026-09-17T09:24:48.049" v="284" actId="20577"/>
        <pc:sldMkLst>
          <pc:docMk/>
          <pc:sldMk cId="3333103481" sldId="291"/>
        </pc:sldMkLst>
        <pc:spChg chg="mod">
          <ac:chgData name="Utente guest" userId="" providerId="Windows Live" clId="Web-{00000000-0000-0000-0000-000000000000}" dt="2026-09-17T09:24:11.579" v="273" actId="1076"/>
          <ac:spMkLst>
            <pc:docMk/>
            <pc:sldMk cId="3333103481" sldId="291"/>
            <ac:spMk id="2" creationId="{034744E1-D647-2B7B-20FC-74C65F1B67C6}"/>
          </ac:spMkLst>
        </pc:spChg>
        <pc:spChg chg="mod">
          <ac:chgData name="Utente guest" userId="" providerId="Windows Live" clId="Web-{00000000-0000-0000-0000-000000000000}" dt="2026-09-17T09:19:58.289" v="238" actId="1076"/>
          <ac:spMkLst>
            <pc:docMk/>
            <pc:sldMk cId="3333103481" sldId="291"/>
            <ac:spMk id="3" creationId="{7A001503-DF0A-69F9-2549-DA6297C2F516}"/>
          </ac:spMkLst>
        </pc:spChg>
        <pc:spChg chg="mod">
          <ac:chgData name="Utente guest" userId="" providerId="Windows Live" clId="Web-{00000000-0000-0000-0000-000000000000}" dt="2026-09-17T09:19:58.304" v="239" actId="1076"/>
          <ac:spMkLst>
            <pc:docMk/>
            <pc:sldMk cId="3333103481" sldId="291"/>
            <ac:spMk id="4" creationId="{6669AE16-EB08-0C9F-CC7B-BCB9FA6B8A75}"/>
          </ac:spMkLst>
        </pc:spChg>
        <pc:spChg chg="add mod">
          <ac:chgData name="Utente guest" userId="" providerId="Windows Live" clId="Web-{00000000-0000-0000-0000-000000000000}" dt="2026-09-17T09:24:48.049" v="284" actId="20577"/>
          <ac:spMkLst>
            <pc:docMk/>
            <pc:sldMk cId="3333103481" sldId="291"/>
            <ac:spMk id="5" creationId="{9C7DF04B-21B6-316F-F6E0-06EC392FC2A1}"/>
          </ac:spMkLst>
        </pc:spChg>
        <pc:spChg chg="mod">
          <ac:chgData name="Utente guest" userId="" providerId="Windows Live" clId="Web-{00000000-0000-0000-0000-000000000000}" dt="2026-09-17T09:19:58.320" v="240" actId="1076"/>
          <ac:spMkLst>
            <pc:docMk/>
            <pc:sldMk cId="3333103481" sldId="291"/>
            <ac:spMk id="40" creationId="{00000000-0000-0000-0000-000000000000}"/>
          </ac:spMkLst>
        </pc:spChg>
        <pc:spChg chg="mod">
          <ac:chgData name="Utente guest" userId="" providerId="Windows Live" clId="Web-{00000000-0000-0000-0000-000000000000}" dt="2026-09-17T09:19:58.335" v="241" actId="1076"/>
          <ac:spMkLst>
            <pc:docMk/>
            <pc:sldMk cId="3333103481" sldId="291"/>
            <ac:spMk id="50" creationId="{00000000-0000-0000-0000-000000000000}"/>
          </ac:spMkLst>
        </pc:spChg>
        <pc:spChg chg="mod">
          <ac:chgData name="Utente guest" userId="" providerId="Windows Live" clId="Web-{00000000-0000-0000-0000-000000000000}" dt="2026-09-17T09:19:58.351" v="242" actId="1076"/>
          <ac:spMkLst>
            <pc:docMk/>
            <pc:sldMk cId="3333103481" sldId="291"/>
            <ac:spMk id="51" creationId="{00000000-0000-0000-0000-000000000000}"/>
          </ac:spMkLst>
        </pc:spChg>
        <pc:spChg chg="mod">
          <ac:chgData name="Utente guest" userId="" providerId="Windows Live" clId="Web-{00000000-0000-0000-0000-000000000000}" dt="2026-09-17T09:19:58.366" v="243" actId="1076"/>
          <ac:spMkLst>
            <pc:docMk/>
            <pc:sldMk cId="3333103481" sldId="291"/>
            <ac:spMk id="52" creationId="{00000000-0000-0000-0000-000000000000}"/>
          </ac:spMkLst>
        </pc:spChg>
        <pc:spChg chg="mod">
          <ac:chgData name="Utente guest" userId="" providerId="Windows Live" clId="Web-{00000000-0000-0000-0000-000000000000}" dt="2026-09-17T09:19:58.382" v="244" actId="1076"/>
          <ac:spMkLst>
            <pc:docMk/>
            <pc:sldMk cId="3333103481" sldId="291"/>
            <ac:spMk id="53" creationId="{00000000-0000-0000-0000-000000000000}"/>
          </ac:spMkLst>
        </pc:spChg>
        <pc:spChg chg="del mod">
          <ac:chgData name="Utente guest" userId="" providerId="Windows Live" clId="Web-{00000000-0000-0000-0000-000000000000}" dt="2026-09-17T09:22:38.841" v="264"/>
          <ac:spMkLst>
            <pc:docMk/>
            <pc:sldMk cId="3333103481" sldId="291"/>
            <ac:spMk id="70" creationId="{00000000-0000-0000-0000-000000000000}"/>
          </ac:spMkLst>
        </pc:spChg>
      </pc:sldChg>
    </pc:docChg>
  </pc:docChgLst>
  <pc:docChgLst>
    <pc:chgData name="Guest User" providerId="Windows Live" clId="Web-{00000000-0000-0000-0000-000000000000}"/>
    <pc:docChg chg="addSld delSld modSld">
      <pc:chgData name="Guest User" userId="" providerId="Windows Live" clId="Web-{00000000-0000-0000-0000-000000000000}" dt="2026-09-17T17:13:09.994" v="430" actId="20577"/>
      <pc:docMkLst>
        <pc:docMk/>
      </pc:docMkLst>
      <pc:sldChg chg="modSp">
        <pc:chgData name="Guest User" userId="" providerId="Windows Live" clId="Web-{00000000-0000-0000-0000-000000000000}" dt="2026-09-17T16:43:52.968" v="7" actId="20577"/>
        <pc:sldMkLst>
          <pc:docMk/>
          <pc:sldMk cId="206941140" sldId="323"/>
        </pc:sldMkLst>
        <pc:spChg chg="mod">
          <ac:chgData name="Guest User" userId="" providerId="Windows Live" clId="Web-{00000000-0000-0000-0000-000000000000}" dt="2026-09-17T16:43:52.968" v="7" actId="20577"/>
          <ac:spMkLst>
            <pc:docMk/>
            <pc:sldMk cId="206941140" sldId="323"/>
            <ac:spMk id="3" creationId="{F696699A-BE1C-4E7E-B933-D23D14C1E32D}"/>
          </ac:spMkLst>
        </pc:spChg>
      </pc:sldChg>
      <pc:sldChg chg="modSp">
        <pc:chgData name="Guest User" userId="" providerId="Windows Live" clId="Web-{00000000-0000-0000-0000-000000000000}" dt="2026-09-17T16:48:45.947" v="141" actId="20577"/>
        <pc:sldMkLst>
          <pc:docMk/>
          <pc:sldMk cId="2970078462" sldId="324"/>
        </pc:sldMkLst>
        <pc:spChg chg="mod">
          <ac:chgData name="Guest User" userId="" providerId="Windows Live" clId="Web-{00000000-0000-0000-0000-000000000000}" dt="2026-09-17T16:47:02.862" v="62" actId="20577"/>
          <ac:spMkLst>
            <pc:docMk/>
            <pc:sldMk cId="2970078462" sldId="324"/>
            <ac:spMk id="2" creationId="{CE3EBD9E-22D2-BFB4-8F97-8801105D1429}"/>
          </ac:spMkLst>
        </pc:spChg>
        <pc:spChg chg="mod">
          <ac:chgData name="Guest User" userId="" providerId="Windows Live" clId="Web-{00000000-0000-0000-0000-000000000000}" dt="2026-09-17T16:48:45.947" v="141" actId="20577"/>
          <ac:spMkLst>
            <pc:docMk/>
            <pc:sldMk cId="2970078462" sldId="324"/>
            <ac:spMk id="4" creationId="{0FB42DCD-ECA2-41A5-86A1-3371206AA704}"/>
          </ac:spMkLst>
        </pc:spChg>
      </pc:sldChg>
      <pc:sldChg chg="modSp">
        <pc:chgData name="Guest User" userId="" providerId="Windows Live" clId="Web-{00000000-0000-0000-0000-000000000000}" dt="2026-09-17T16:59:19.451" v="389" actId="20577"/>
        <pc:sldMkLst>
          <pc:docMk/>
          <pc:sldMk cId="3424568911" sldId="325"/>
        </pc:sldMkLst>
        <pc:spChg chg="mod">
          <ac:chgData name="Guest User" userId="" providerId="Windows Live" clId="Web-{00000000-0000-0000-0000-000000000000}" dt="2026-09-17T16:49:10.152" v="144" actId="20577"/>
          <ac:spMkLst>
            <pc:docMk/>
            <pc:sldMk cId="3424568911" sldId="325"/>
            <ac:spMk id="2" creationId="{9DFDBB0E-54E7-54C0-C3C1-FD7AB6C5FCD3}"/>
          </ac:spMkLst>
        </pc:spChg>
        <pc:spChg chg="mod">
          <ac:chgData name="Guest User" userId="" providerId="Windows Live" clId="Web-{00000000-0000-0000-0000-000000000000}" dt="2026-09-17T16:59:19.451" v="389" actId="20577"/>
          <ac:spMkLst>
            <pc:docMk/>
            <pc:sldMk cId="3424568911" sldId="325"/>
            <ac:spMk id="4" creationId="{69B9A9E7-E4CF-4B04-A09F-4624C8DE19C3}"/>
          </ac:spMkLst>
        </pc:spChg>
        <pc:spChg chg="mod">
          <ac:chgData name="Guest User" userId="" providerId="Windows Live" clId="Web-{00000000-0000-0000-0000-000000000000}" dt="2026-09-17T16:56:24.443" v="340" actId="1076"/>
          <ac:spMkLst>
            <pc:docMk/>
            <pc:sldMk cId="3424568911" sldId="325"/>
            <ac:spMk id="5" creationId="{F11C23AC-7E6A-4D3F-99ED-B12D972F7A97}"/>
          </ac:spMkLst>
        </pc:spChg>
        <pc:picChg chg="mod">
          <ac:chgData name="Guest User" userId="" providerId="Windows Live" clId="Web-{00000000-0000-0000-0000-000000000000}" dt="2026-09-17T16:56:26.771" v="341" actId="1076"/>
          <ac:picMkLst>
            <pc:docMk/>
            <pc:sldMk cId="3424568911" sldId="325"/>
            <ac:picMk id="3" creationId="{47BBFBF3-CD1E-8E7B-F816-6D037D4AC83B}"/>
          </ac:picMkLst>
        </pc:picChg>
      </pc:sldChg>
      <pc:sldChg chg="modSp">
        <pc:chgData name="Guest User" userId="" providerId="Windows Live" clId="Web-{00000000-0000-0000-0000-000000000000}" dt="2026-09-17T17:02:26.249" v="395" actId="1076"/>
        <pc:sldMkLst>
          <pc:docMk/>
          <pc:sldMk cId="263709279" sldId="326"/>
        </pc:sldMkLst>
        <pc:spChg chg="mod">
          <ac:chgData name="Guest User" userId="" providerId="Windows Live" clId="Web-{00000000-0000-0000-0000-000000000000}" dt="2026-09-17T17:00:12.454" v="390" actId="20577"/>
          <ac:spMkLst>
            <pc:docMk/>
            <pc:sldMk cId="263709279" sldId="326"/>
            <ac:spMk id="2" creationId="{5D86C11F-CFA0-C2D5-AD33-AB3B1B93387E}"/>
          </ac:spMkLst>
        </pc:spChg>
        <pc:spChg chg="mod">
          <ac:chgData name="Guest User" userId="" providerId="Windows Live" clId="Web-{00000000-0000-0000-0000-000000000000}" dt="2026-09-17T17:00:41.254" v="393" actId="20577"/>
          <ac:spMkLst>
            <pc:docMk/>
            <pc:sldMk cId="263709279" sldId="326"/>
            <ac:spMk id="4" creationId="{3A652E9D-9940-4E15-BFF2-7E22975F5BBE}"/>
          </ac:spMkLst>
        </pc:spChg>
        <pc:spChg chg="mod">
          <ac:chgData name="Guest User" userId="" providerId="Windows Live" clId="Web-{00000000-0000-0000-0000-000000000000}" dt="2026-09-17T17:02:26.249" v="395" actId="1076"/>
          <ac:spMkLst>
            <pc:docMk/>
            <pc:sldMk cId="263709279" sldId="326"/>
            <ac:spMk id="5" creationId="{81F70E06-B97C-4B65-84DA-401768389EC1}"/>
          </ac:spMkLst>
        </pc:spChg>
        <pc:picChg chg="mod">
          <ac:chgData name="Guest User" userId="" providerId="Windows Live" clId="Web-{00000000-0000-0000-0000-000000000000}" dt="2026-09-17T17:02:18.029" v="394" actId="1076"/>
          <ac:picMkLst>
            <pc:docMk/>
            <pc:sldMk cId="263709279" sldId="326"/>
            <ac:picMk id="3" creationId="{190CC21A-25C3-F53C-5194-C0CA55D7FA1F}"/>
          </ac:picMkLst>
        </pc:picChg>
      </pc:sldChg>
      <pc:sldChg chg="modSp">
        <pc:chgData name="Guest User" userId="" providerId="Windows Live" clId="Web-{00000000-0000-0000-0000-000000000000}" dt="2026-09-17T17:05:38.717" v="402" actId="1076"/>
        <pc:sldMkLst>
          <pc:docMk/>
          <pc:sldMk cId="1146627399" sldId="327"/>
        </pc:sldMkLst>
        <pc:spChg chg="mod">
          <ac:chgData name="Guest User" userId="" providerId="Windows Live" clId="Web-{00000000-0000-0000-0000-000000000000}" dt="2026-09-17T17:04:56.839" v="397" actId="20577"/>
          <ac:spMkLst>
            <pc:docMk/>
            <pc:sldMk cId="1146627399" sldId="327"/>
            <ac:spMk id="2" creationId="{E7322293-4842-6064-BCE5-D75C31897A52}"/>
          </ac:spMkLst>
        </pc:spChg>
        <pc:spChg chg="mod">
          <ac:chgData name="Guest User" userId="" providerId="Windows Live" clId="Web-{00000000-0000-0000-0000-000000000000}" dt="2026-09-17T17:05:32.373" v="400" actId="20577"/>
          <ac:spMkLst>
            <pc:docMk/>
            <pc:sldMk cId="1146627399" sldId="327"/>
            <ac:spMk id="4" creationId="{FD40DB88-1812-43A4-8367-B21ED17F7DAA}"/>
          </ac:spMkLst>
        </pc:spChg>
        <pc:picChg chg="mod">
          <ac:chgData name="Guest User" userId="" providerId="Windows Live" clId="Web-{00000000-0000-0000-0000-000000000000}" dt="2026-09-17T17:05:38.717" v="402" actId="1076"/>
          <ac:picMkLst>
            <pc:docMk/>
            <pc:sldMk cId="1146627399" sldId="327"/>
            <ac:picMk id="3" creationId="{818D942B-C177-F4CB-DF15-95AA60B5BD3B}"/>
          </ac:picMkLst>
        </pc:picChg>
      </pc:sldChg>
      <pc:sldChg chg="modSp add del">
        <pc:chgData name="Guest User" userId="" providerId="Windows Live" clId="Web-{00000000-0000-0000-0000-000000000000}" dt="2026-09-17T17:13:09.994" v="430" actId="20577"/>
        <pc:sldMkLst>
          <pc:docMk/>
          <pc:sldMk cId="3436177328" sldId="328"/>
        </pc:sldMkLst>
        <pc:spChg chg="mod">
          <ac:chgData name="Guest User" userId="" providerId="Windows Live" clId="Web-{00000000-0000-0000-0000-000000000000}" dt="2026-09-17T17:13:09.994" v="430" actId="20577"/>
          <ac:spMkLst>
            <pc:docMk/>
            <pc:sldMk cId="3436177328" sldId="328"/>
            <ac:spMk id="3" creationId="{EBA5910D-A192-1E07-FEE5-1B6A742439D3}"/>
          </ac:spMkLst>
        </pc:spChg>
      </pc:sldChg>
      <pc:sldChg chg="addSp modSp addAnim">
        <pc:chgData name="Guest User" userId="" providerId="Windows Live" clId="Web-{00000000-0000-0000-0000-000000000000}" dt="2026-09-17T16:41:18.317" v="2" actId="1076"/>
        <pc:sldMkLst>
          <pc:docMk/>
          <pc:sldMk cId="3623206744" sldId="337"/>
        </pc:sldMkLst>
        <pc:picChg chg="add mod">
          <ac:chgData name="Guest User" userId="" providerId="Windows Live" clId="Web-{00000000-0000-0000-0000-000000000000}" dt="2026-09-17T16:41:18.317" v="2" actId="1076"/>
          <ac:picMkLst>
            <pc:docMk/>
            <pc:sldMk cId="3623206744" sldId="337"/>
            <ac:picMk id="4" creationId="{7A7B3939-E02E-B271-C8EF-A97950F288A5}"/>
          </ac:picMkLst>
        </pc:picChg>
      </pc:sldChg>
      <pc:sldChg chg="add del replId">
        <pc:chgData name="Guest User" userId="" providerId="Windows Live" clId="Web-{00000000-0000-0000-0000-000000000000}" dt="2026-09-17T17:09:27.544" v="410"/>
        <pc:sldMkLst>
          <pc:docMk/>
          <pc:sldMk cId="3152660665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EF92A-40D2-490B-BA0F-014E473B7D15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4A17A-BA70-4C60-A1D9-180F5053F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1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E84D-C4FE-C7D9-2D9F-339748E51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8AA35-B209-3871-33F2-CA4F41EE3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B343-9B97-847F-B00F-B760D897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4223B-4189-30EB-4709-9163E3A0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55161-1985-B90D-26DD-5DEC2CAF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6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E401-737E-A710-A919-6FA549BB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FF7E-55A1-2BDD-92E7-910BED336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BD30B-4196-568A-01DF-0F741633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1FCA8-AA88-4973-7116-FEAB7568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05087-8CE0-EB55-1929-9D337283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78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611D-A839-8B5E-5137-B26F0C63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1F2D9-D2B8-F963-FD8E-F223926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282F4-3DD1-2511-7E47-11C969B3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7862-1300-DD91-96D1-03056D4E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6D0C7-ADE3-5FA2-6666-33051D30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68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F601-99FD-A249-907B-DD5ABDBE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4DB7-EFF4-AE8A-4238-41D0C1981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A4D16-9C33-9277-72D8-145ED9DFD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A8846-F794-09DA-8EA1-5DF9B578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D21BA-1B7A-E223-35A6-A134A9D8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EEAD7-7C36-ABEE-A32D-C38E6DE6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20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7C66-408E-3358-50F7-81E0F3EC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19FB5-720D-EF31-4942-EBD608117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93C59-A9FF-36EE-C602-30B1ACF7E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B340F-09D7-4D92-D734-42F7D84FA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264BA-50DE-A4D0-9B59-831B62D82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73544-28BE-C80E-8AF5-B5C2182B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5381EE-7E7D-6AB6-6D69-12F9B75F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722F1-573B-0AF3-64C2-B9A1AE49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5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FC3B-0002-897A-7499-4F87624F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BF08A-7A9D-3290-AFD2-8202FAF8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DCF53-FE81-1840-0BB2-8563E03C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202FA-9DCB-06A8-4AEF-EB626F4C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04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6B38C-8334-68D8-84DF-898F9C44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774C1-D716-A184-1E87-262DA764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0993C-3A95-4449-93B4-CAC135B4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5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95DB-C3D7-832A-C303-D39E16E3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9EAA-14B7-CB9C-8FED-FCE8DA31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A2653-CF3A-A2F2-AE4D-EBF09D2B2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DDE2E-1F38-846B-7506-7DED4A0A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B71FE-4059-59A1-1463-EAC27EBF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0F4A1-CAC7-8F9F-03D7-DC76E13A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26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29CE-8956-C9A6-2080-717A1547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3ECBC-3B31-B3F0-2964-3454F2A67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42E8F-574D-1EDC-3DBE-C22A68500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7BDE0-4AEC-60B1-9FF4-F3921135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30159-7D64-410D-A0E8-883E3AB1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FD1F-FB24-2A9B-DF92-92D42341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37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38CB-D3AA-3838-6F70-2416B6B8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74E05-0455-54DC-AC2C-7D396ED23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7449-5C60-2809-9916-78BF21A4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A2343-B892-A136-3CDF-4220CC50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18809-E405-7217-4A2F-5C1A982B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4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EE252-08CE-011B-FC45-4584F64DD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B5E5C-F85A-0292-23F3-D7B712683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A6AA-9462-1D93-0DDD-FD18B128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6C747-17F4-212F-C487-758986F9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F01AC-87AD-3482-04CE-14AACF75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03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B24"/>
            </a:gs>
            <a:gs pos="100000">
              <a:srgbClr val="0E10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DA7F8-AF36-A8DB-C681-658CF58E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44EBD-9EAD-4D62-F7E7-854A848E7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C54C-82DC-69DE-3687-729F84E80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8BD03-B62C-4E6B-92C3-E59EA871F80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ED19-C1BB-D6FA-5DB5-DB3C9B95F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4CC7-AB0B-DA76-3AD2-251165D06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  <p:sp>
        <p:nvSpPr>
          <p:cNvPr id="90" name="AccentBar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1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5DC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5DCE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5DCE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F2D4-CEBD-575C-F0D3-A1DE0968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0"/>
            <a:ext cx="9144000" cy="9144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EDF1F7"/>
                </a:solidFill>
                <a:latin typeface="Segoe UI Semibold"/>
                <a:cs typeface="Segoe UI Semibold"/>
              </a:rPr>
              <a:t>HPC Project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4A4B7-8D8A-843F-AE6E-E9D8D7CE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4191000"/>
            <a:ext cx="4191000" cy="121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buNone/>
            </a:pPr>
            <a:r>
              <a:rPr lang="en-US" sz="1800" dirty="0">
                <a:solidFill>
                  <a:srgbClr val="D5DCE8"/>
                </a:solidFill>
              </a:rPr>
              <a:t>Leonardo Antonio Riola</a:t>
            </a:r>
          </a:p>
          <a:p>
            <a:pPr algn="r">
              <a:spcBef>
                <a:spcPts val="400"/>
              </a:spcBef>
              <a:buNone/>
            </a:pPr>
            <a:r>
              <a:rPr lang="en-US" sz="1800" dirty="0">
                <a:solidFill>
                  <a:srgbClr val="D5DCE8"/>
                </a:solidFill>
              </a:rPr>
              <a:t>Davide Donati</a:t>
            </a:r>
          </a:p>
          <a:p>
            <a:pPr algn="r">
              <a:spcBef>
                <a:spcPts val="400"/>
              </a:spcBef>
              <a:buNone/>
            </a:pPr>
            <a:r>
              <a:rPr lang="en-US" sz="1800" dirty="0">
                <a:solidFill>
                  <a:srgbClr val="D5DCE8"/>
                </a:solidFill>
              </a:rPr>
              <a:t>Giacomo Girotto</a:t>
            </a:r>
          </a:p>
        </p:txBody>
      </p:sp>
      <p:sp>
        <p:nvSpPr>
          <p:cNvPr id="5" name="CoverHeader">
            <a:extLst>
              <a:ext uri="{FF2B5EF4-FFF2-40B4-BE49-F238E27FC236}">
                <a16:creationId xmlns:a16="http://schemas.microsoft.com/office/drawing/2014/main" id="{46FEE76E-15B5-4787-8E48-8E4F594C2B7A}"/>
              </a:ext>
            </a:extLst>
          </p:cNvPr>
          <p:cNvSpPr txBox="1"/>
          <p:nvPr/>
        </p:nvSpPr>
        <p:spPr>
          <a:xfrm>
            <a:off x="1524000" y="939800"/>
            <a:ext cx="9144000" cy="110030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2200" b="1" spc="300" dirty="0">
                <a:solidFill>
                  <a:srgbClr val="EDF1F7"/>
                </a:solidFill>
                <a:latin typeface="Segoe UI Semibold"/>
                <a:cs typeface="Segoe UI Semibold"/>
              </a:rPr>
              <a:t>POLITECNICO DI TORINO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800" dirty="0">
                <a:solidFill>
                  <a:srgbClr val="9AA7B8"/>
                </a:solidFill>
              </a:rPr>
              <a:t>MSc in Quantum Engineering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800" dirty="0">
                <a:solidFill>
                  <a:srgbClr val="4DA3FF"/>
                </a:solidFill>
              </a:rPr>
              <a:t>01HEKYU — High Performance Computing</a:t>
            </a:r>
          </a:p>
        </p:txBody>
      </p:sp>
      <p:sp>
        <p:nvSpPr>
          <p:cNvPr id="6" name="CoverRule">
            <a:extLst>
              <a:ext uri="{FF2B5EF4-FFF2-40B4-BE49-F238E27FC236}">
                <a16:creationId xmlns:a16="http://schemas.microsoft.com/office/drawing/2014/main" id="{DFDA5726-8C53-4DE7-B6E8-DD22BCCAFCDE}"/>
              </a:ext>
            </a:extLst>
          </p:cNvPr>
          <p:cNvSpPr/>
          <p:nvPr/>
        </p:nvSpPr>
        <p:spPr>
          <a:xfrm>
            <a:off x="5334000" y="3733800"/>
            <a:ext cx="1524000" cy="38100"/>
          </a:xfrm>
          <a:prstGeom prst="rect">
            <a:avLst/>
          </a:prstGeom>
          <a:solidFill>
            <a:srgbClr val="4DA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CoverFooter">
            <a:extLst>
              <a:ext uri="{FF2B5EF4-FFF2-40B4-BE49-F238E27FC236}">
                <a16:creationId xmlns:a16="http://schemas.microsoft.com/office/drawing/2014/main" id="{AFF7763B-95E9-4F51-8D46-DA9FE7E4F6E7}"/>
              </a:ext>
            </a:extLst>
          </p:cNvPr>
          <p:cNvSpPr txBox="1"/>
          <p:nvPr/>
        </p:nvSpPr>
        <p:spPr>
          <a:xfrm>
            <a:off x="1524000" y="5664200"/>
            <a:ext cx="9144000" cy="62324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B9C4D4"/>
                </a:solidFill>
              </a:rPr>
              <a:t>Academic Year 2025/2026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600" dirty="0">
                <a:solidFill>
                  <a:srgbClr val="B9C4D4"/>
                </a:solidFill>
              </a:rPr>
              <a:t>September 2026</a:t>
            </a:r>
          </a:p>
        </p:txBody>
      </p:sp>
      <p:sp>
        <p:nvSpPr>
          <p:cNvPr id="4" name="CoverIds">
            <a:extLst>
              <a:ext uri="{FF2B5EF4-FFF2-40B4-BE49-F238E27FC236}">
                <a16:creationId xmlns:a16="http://schemas.microsoft.com/office/drawing/2014/main" id="{10D714C5-1374-48C5-94B5-2B09CBBE790C}"/>
              </a:ext>
            </a:extLst>
          </p:cNvPr>
          <p:cNvSpPr txBox="1"/>
          <p:nvPr/>
        </p:nvSpPr>
        <p:spPr>
          <a:xfrm>
            <a:off x="6223000" y="4191000"/>
            <a:ext cx="4191000" cy="102592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9AA7B8"/>
                </a:solidFill>
              </a:rPr>
              <a:t>353851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800" dirty="0">
                <a:solidFill>
                  <a:srgbClr val="9AA7B8"/>
                </a:solidFill>
              </a:rPr>
              <a:t>352165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800" dirty="0">
                <a:solidFill>
                  <a:srgbClr val="9AA7B8"/>
                </a:solidFill>
              </a:rPr>
              <a:t>361610</a:t>
            </a:r>
          </a:p>
        </p:txBody>
      </p:sp>
    </p:spTree>
    <p:extLst>
      <p:ext uri="{BB962C8B-B14F-4D97-AF65-F5344CB8AC3E}">
        <p14:creationId xmlns:p14="http://schemas.microsoft.com/office/powerpoint/2010/main" val="17974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F2D4-CEBD-575C-F0D3-A1DE0968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54200"/>
            <a:ext cx="5334000" cy="20320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Assignment 1: Damped Wave Simulation with OpenMP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4A4B7-8D8A-843F-AE6E-E9D8D7CE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4089400"/>
            <a:ext cx="5334000" cy="1625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rgbClr val="4DA3FF"/>
                </a:solidFill>
              </a:rPr>
              <a:t>Simulation parallelized with OpenMP on </a:t>
            </a:r>
            <a:r>
              <a:rPr lang="en-US" sz="1800" dirty="0" err="1">
                <a:solidFill>
                  <a:srgbClr val="4DA3FF"/>
                </a:solidFill>
              </a:rPr>
              <a:t>HPC@PoliTO</a:t>
            </a:r>
            <a:r>
              <a:rPr lang="en-US" sz="1800" dirty="0">
                <a:solidFill>
                  <a:srgbClr val="4DA3FF"/>
                </a:solidFill>
              </a:rPr>
              <a:t> </a:t>
            </a:r>
            <a:endParaRPr lang="en-US" sz="1800" dirty="0">
              <a:solidFill>
                <a:srgbClr val="D5DCE8"/>
              </a:solidFill>
            </a:endParaRPr>
          </a:p>
          <a:p>
            <a:r>
              <a:rPr lang="en-US" sz="1800" dirty="0">
                <a:solidFill>
                  <a:srgbClr val="4DA3FF"/>
                </a:solidFill>
              </a:rPr>
              <a:t>(Partitions used: </a:t>
            </a:r>
            <a:r>
              <a:rPr lang="en-US" sz="1800" dirty="0" err="1">
                <a:solidFill>
                  <a:srgbClr val="4DA3FF"/>
                </a:solidFill>
              </a:rPr>
              <a:t>edu_skylake</a:t>
            </a:r>
            <a:r>
              <a:rPr lang="en-US" sz="1800" dirty="0">
                <a:solidFill>
                  <a:srgbClr val="4DA3FF"/>
                </a:solidFill>
              </a:rPr>
              <a:t>, </a:t>
            </a:r>
            <a:r>
              <a:rPr lang="en-US" sz="1800" dirty="0" err="1">
                <a:solidFill>
                  <a:srgbClr val="4DA3FF"/>
                </a:solidFill>
              </a:rPr>
              <a:t>edu_sapphire</a:t>
            </a:r>
            <a:r>
              <a:rPr lang="en-US" sz="1800" dirty="0">
                <a:solidFill>
                  <a:srgbClr val="4DA3FF"/>
                </a:solidFill>
              </a:rPr>
              <a:t>)</a:t>
            </a:r>
            <a:endParaRPr lang="en-US" sz="1800">
              <a:solidFill>
                <a:srgbClr val="D5DCE8"/>
              </a:solidFill>
              <a:cs typeface="Segoe UI"/>
            </a:endParaRPr>
          </a:p>
        </p:txBody>
      </p:sp>
      <p:pic>
        <p:nvPicPr>
          <p:cNvPr id="4" name="video6_1000_guided">
            <a:hlinkClick r:id="" action="ppaction://media"/>
            <a:extLst>
              <a:ext uri="{FF2B5EF4-FFF2-40B4-BE49-F238E27FC236}">
                <a16:creationId xmlns:a16="http://schemas.microsoft.com/office/drawing/2014/main" id="{CDC2DABA-A020-5EF5-E1D8-E68A8D478A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628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0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44E1-D647-2B7B-20FC-74C65F1B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114604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Initial Implementation</a:t>
            </a:r>
            <a:endParaRPr lang="it-IT" sz="2800">
              <a:cs typeface="Segoe UI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1503-DF0A-69F9-2549-DA6297C2F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5926" y="1256082"/>
            <a:ext cx="5181600" cy="2184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4DA3FF"/>
                </a:solidFill>
              </a:rPr>
              <a:t>Numerical </a:t>
            </a:r>
            <a:r>
              <a:rPr lang="en-US" sz="2000" b="1" dirty="0">
                <a:solidFill>
                  <a:srgbClr val="4DA3FF"/>
                </a:solidFill>
              </a:rPr>
              <a:t>setting</a:t>
            </a:r>
            <a:endParaRPr lang="en-US" sz="2000" b="1">
              <a:solidFill>
                <a:srgbClr val="4DA3FF"/>
              </a:solidFill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Central differences on a regular </a:t>
            </a:r>
            <a:r>
              <a:rPr lang="en-US" sz="1600" dirty="0" err="1">
                <a:solidFill>
                  <a:srgbClr val="D5DCE8"/>
                </a:solidFill>
              </a:rPr>
              <a:t>Δx</a:t>
            </a:r>
            <a:r>
              <a:rPr lang="en-US" sz="1600">
                <a:solidFill>
                  <a:srgbClr val="D5DCE8"/>
                </a:solidFill>
              </a:rPr>
              <a:t>, </a:t>
            </a:r>
            <a:r>
              <a:rPr lang="en-US" sz="1600" dirty="0" err="1">
                <a:solidFill>
                  <a:srgbClr val="D5DCE8"/>
                </a:solidFill>
              </a:rPr>
              <a:t>Δy</a:t>
            </a:r>
            <a:r>
              <a:rPr lang="en-US" sz="1600">
                <a:solidFill>
                  <a:srgbClr val="D5DCE8"/>
                </a:solidFill>
              </a:rPr>
              <a:t>, </a:t>
            </a:r>
            <a:r>
              <a:rPr lang="en-US" sz="1600" dirty="0" err="1">
                <a:solidFill>
                  <a:srgbClr val="D5DCE8"/>
                </a:solidFill>
              </a:rPr>
              <a:t>Δt</a:t>
            </a:r>
            <a:r>
              <a:rPr lang="en-US" sz="1600">
                <a:solidFill>
                  <a:srgbClr val="D5DCE8"/>
                </a:solidFill>
              </a:rPr>
              <a:t> grid</a:t>
            </a:r>
            <a:endParaRPr lang="en-US" sz="1600" dirty="0">
              <a:solidFill>
                <a:srgbClr val="D5DCE8"/>
              </a:solidFill>
              <a:cs typeface="Segoe UI"/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 err="1">
                <a:solidFill>
                  <a:srgbClr val="D5DCE8"/>
                </a:solidFill>
              </a:rPr>
              <a:t>u_past</a:t>
            </a:r>
            <a:r>
              <a:rPr lang="en-US" sz="1600">
                <a:solidFill>
                  <a:srgbClr val="D5DCE8"/>
                </a:solidFill>
              </a:rPr>
              <a:t>, u, </a:t>
            </a:r>
            <a:r>
              <a:rPr lang="en-US" sz="1600" dirty="0" err="1">
                <a:solidFill>
                  <a:srgbClr val="D5DCE8"/>
                </a:solidFill>
              </a:rPr>
              <a:t>u_fut</a:t>
            </a:r>
            <a:r>
              <a:rPr lang="en-US" sz="1600" dirty="0"/>
              <a:t> matrices hold</a:t>
            </a:r>
            <a:r>
              <a:rPr lang="en-US" sz="1600">
                <a:solidFill>
                  <a:srgbClr val="D5DCE8"/>
                </a:solidFill>
              </a:rPr>
              <a:t> t−1, t and t+1</a:t>
            </a:r>
            <a:r>
              <a:rPr lang="en-US" sz="1600" dirty="0"/>
              <a:t> values</a:t>
            </a:r>
            <a:endParaRPr lang="en-US" sz="1600" dirty="0">
              <a:solidFill>
                <a:srgbClr val="D5DCE8"/>
              </a:solidFill>
              <a:cs typeface="Segoe UI"/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Zero everywhere except one impulse at the </a:t>
            </a:r>
            <a:r>
              <a:rPr lang="en-US" sz="1600" dirty="0" err="1">
                <a:solidFill>
                  <a:srgbClr val="D5DCE8"/>
                </a:solidFill>
              </a:rPr>
              <a:t>centre</a:t>
            </a:r>
            <a:endParaRPr lang="en-US" sz="1600" dirty="0" err="1">
              <a:solidFill>
                <a:srgbClr val="D5DCE8"/>
              </a:solidFill>
              <a:cs typeface="Segoe UI"/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Pointer rotation </a:t>
            </a:r>
            <a:r>
              <a:rPr lang="en-US" sz="1600" dirty="0"/>
              <a:t>for time advancing</a:t>
            </a:r>
            <a:endParaRPr lang="en-US" sz="16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9AE16-EB08-0C9F-CC7B-BCB9FA6B8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9926" y="1256082"/>
            <a:ext cx="5181600" cy="2184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4DA3FF"/>
                </a:solidFill>
              </a:rPr>
              <a:t>OpenMP structure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One parallel region opened before the time loop</a:t>
            </a:r>
            <a:endParaRPr lang="en-US" sz="1600" dirty="0">
              <a:solidFill>
                <a:srgbClr val="D5DCE8"/>
              </a:solidFill>
              <a:cs typeface="Segoe UI"/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collapse(2) fuses </a:t>
            </a:r>
            <a:r>
              <a:rPr lang="en-US" sz="1600" dirty="0" err="1">
                <a:solidFill>
                  <a:srgbClr val="D5DCE8"/>
                </a:solidFill>
              </a:rPr>
              <a:t>i</a:t>
            </a:r>
            <a:r>
              <a:rPr lang="en-US" sz="1600">
                <a:solidFill>
                  <a:srgbClr val="D5DCE8"/>
                </a:solidFill>
              </a:rPr>
              <a:t> and j</a:t>
            </a:r>
            <a:r>
              <a:rPr lang="en-US" sz="1600" dirty="0"/>
              <a:t> loops</a:t>
            </a:r>
            <a:r>
              <a:rPr lang="en-US" sz="1600" dirty="0">
                <a:solidFill>
                  <a:srgbClr val="D5DCE8"/>
                </a:solidFill>
              </a:rPr>
              <a:t> </a:t>
            </a:r>
            <a:r>
              <a:rPr lang="en-US" sz="1600">
                <a:solidFill>
                  <a:srgbClr val="D5DCE8"/>
                </a:solidFill>
              </a:rPr>
              <a:t>into one M×M space</a:t>
            </a:r>
            <a:endParaRPr lang="en-US" sz="1600" dirty="0">
              <a:solidFill>
                <a:srgbClr val="D5DCE8"/>
              </a:solidFill>
              <a:cs typeface="Segoe UI"/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Each thread owns a disjoint set of coordinates</a:t>
            </a:r>
            <a:endParaRPr lang="en-US" sz="1600" dirty="0">
              <a:solidFill>
                <a:srgbClr val="D5DCE8"/>
              </a:solidFill>
              <a:cs typeface="Segoe UI"/>
            </a:endParaRP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/>
              <a:t>Writing PGM file and pointer rotation </a:t>
            </a:r>
            <a:r>
              <a:rPr lang="en-US" sz="1600" dirty="0" err="1"/>
              <a:t>perfomed</a:t>
            </a:r>
            <a:r>
              <a:rPr lang="en-US" sz="1600" dirty="0"/>
              <a:t> by single thread</a:t>
            </a:r>
            <a:endParaRPr lang="en-US" dirty="0"/>
          </a:p>
        </p:txBody>
      </p:sp>
      <p:sp>
        <p:nvSpPr>
          <p:cNvPr id="40" name="StripLabel"/>
          <p:cNvSpPr txBox="1"/>
          <p:nvPr/>
        </p:nvSpPr>
        <p:spPr>
          <a:xfrm>
            <a:off x="545926" y="3592882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>
                <a:solidFill>
                  <a:srgbClr val="9AA7B8"/>
                </a:solidFill>
              </a:rPr>
              <a:t>Per-timestep sequence</a:t>
            </a:r>
          </a:p>
        </p:txBody>
      </p:sp>
      <p:sp>
        <p:nvSpPr>
          <p:cNvPr id="50" name="Step0"/>
          <p:cNvSpPr/>
          <p:nvPr/>
        </p:nvSpPr>
        <p:spPr>
          <a:xfrm>
            <a:off x="545926" y="3973882"/>
            <a:ext cx="2616200" cy="889000"/>
          </a:xfrm>
          <a:prstGeom prst="homePlate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stencil </a:t>
            </a:r>
            <a:r>
              <a:rPr lang="en-US" sz="1400" dirty="0">
                <a:solidFill>
                  <a:srgbClr val="D5DCE8"/>
                </a:solidFill>
              </a:rPr>
              <a:t>calculation</a:t>
            </a:r>
            <a:endParaRPr lang="en-US" sz="1400">
              <a:solidFill>
                <a:srgbClr val="D5DCE8"/>
              </a:solidFill>
            </a:endParaRP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(</a:t>
            </a:r>
            <a:r>
              <a:rPr lang="en-US" sz="1400" dirty="0" err="1">
                <a:solidFill>
                  <a:srgbClr val="D5DCE8"/>
                </a:solidFill>
              </a:rPr>
              <a:t>omp</a:t>
            </a:r>
            <a:r>
              <a:rPr lang="en-US" sz="1400">
                <a:solidFill>
                  <a:srgbClr val="D5DCE8"/>
                </a:solidFill>
              </a:rPr>
              <a:t> for, collapse(2))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51" name="Step1"/>
          <p:cNvSpPr/>
          <p:nvPr/>
        </p:nvSpPr>
        <p:spPr>
          <a:xfrm>
            <a:off x="3085926" y="3973882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scale into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pixel buffer</a:t>
            </a:r>
          </a:p>
        </p:txBody>
      </p:sp>
      <p:sp>
        <p:nvSpPr>
          <p:cNvPr id="52" name="Step2"/>
          <p:cNvSpPr/>
          <p:nvPr/>
        </p:nvSpPr>
        <p:spPr>
          <a:xfrm>
            <a:off x="5625926" y="3973882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>
                <a:solidFill>
                  <a:srgbClr val="D5DCE8"/>
                </a:solidFill>
              </a:rPr>
              <a:t>one </a:t>
            </a:r>
            <a:r>
              <a:rPr lang="en-US" sz="1400" dirty="0" err="1">
                <a:solidFill>
                  <a:srgbClr val="D5DCE8"/>
                </a:solidFill>
              </a:rPr>
              <a:t>fwrite</a:t>
            </a:r>
            <a:r>
              <a:rPr lang="en-US" sz="1400" dirty="0">
                <a:solidFill>
                  <a:srgbClr val="D5DCE8"/>
                </a:solidFill>
              </a:rPr>
              <a:t> per pixel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(</a:t>
            </a:r>
            <a:r>
              <a:rPr lang="en-US" sz="1400" dirty="0" err="1">
                <a:solidFill>
                  <a:srgbClr val="D5DCE8"/>
                </a:solidFill>
              </a:rPr>
              <a:t>omp</a:t>
            </a:r>
            <a:r>
              <a:rPr lang="en-US" sz="1400">
                <a:solidFill>
                  <a:srgbClr val="D5DCE8"/>
                </a:solidFill>
              </a:rPr>
              <a:t> single)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53" name="Step3"/>
          <p:cNvSpPr/>
          <p:nvPr/>
        </p:nvSpPr>
        <p:spPr>
          <a:xfrm>
            <a:off x="8165926" y="3973882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rotate</a:t>
            </a:r>
          </a:p>
          <a:p>
            <a:pPr algn="ctr">
              <a:buNone/>
            </a:pPr>
            <a:r>
              <a:rPr lang="en-US" sz="1400" dirty="0" err="1">
                <a:solidFill>
                  <a:srgbClr val="D5DCE8"/>
                </a:solidFill>
              </a:rPr>
              <a:t>u_past</a:t>
            </a:r>
            <a:r>
              <a:rPr lang="en-US" sz="1400">
                <a:solidFill>
                  <a:srgbClr val="D5DCE8"/>
                </a:solidFill>
              </a:rPr>
              <a:t> / u / </a:t>
            </a:r>
            <a:r>
              <a:rPr lang="en-US" sz="1400" dirty="0" err="1">
                <a:solidFill>
                  <a:srgbClr val="D5DCE8"/>
                </a:solidFill>
              </a:rPr>
              <a:t>u_fut</a:t>
            </a:r>
            <a:endParaRPr lang="en-US" sz="1400" dirty="0" err="1">
              <a:solidFill>
                <a:srgbClr val="D5DCE8"/>
              </a:solidFill>
              <a:cs typeface="Segoe UI"/>
            </a:endParaRPr>
          </a:p>
          <a:p>
            <a:pPr algn="ctr"/>
            <a:r>
              <a:rPr lang="en-US" sz="1400" dirty="0">
                <a:solidFill>
                  <a:srgbClr val="D5DCE8"/>
                </a:solidFill>
                <a:cs typeface="Segoe UI"/>
              </a:rPr>
              <a:t>(</a:t>
            </a:r>
            <a:r>
              <a:rPr lang="en-US" sz="1400" dirty="0" err="1">
                <a:solidFill>
                  <a:srgbClr val="D5DCE8"/>
                </a:solidFill>
                <a:cs typeface="Segoe UI"/>
              </a:rPr>
              <a:t>omp</a:t>
            </a:r>
            <a:r>
              <a:rPr lang="en-US" sz="1400" dirty="0">
                <a:solidFill>
                  <a:srgbClr val="D5DCE8"/>
                </a:solidFill>
                <a:cs typeface="Segoe UI"/>
              </a:rPr>
              <a:t> single)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7DF04B-21B6-316F-F6E0-06EC392FC2A1}"/>
              </a:ext>
            </a:extLst>
          </p:cNvPr>
          <p:cNvSpPr txBox="1"/>
          <p:nvPr/>
        </p:nvSpPr>
        <p:spPr>
          <a:xfrm>
            <a:off x="542794" y="5177424"/>
            <a:ext cx="10855890" cy="11387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  <a:cs typeface="Segoe UI"/>
              </a:rPr>
              <a:t>VTune</a:t>
            </a:r>
            <a:r>
              <a:rPr lang="en-US" b="1" dirty="0">
                <a:solidFill>
                  <a:schemeClr val="accent1"/>
                </a:solidFill>
                <a:cs typeface="Segoe UI"/>
              </a:rPr>
              <a:t> Hotspots analysis at M=1000 on 32 threads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cs typeface="Segoe UI"/>
              </a:rPr>
              <a:t> </a:t>
            </a:r>
            <a:endParaRPr lang="it-IT" sz="1600" dirty="0">
              <a:solidFill>
                <a:schemeClr val="tx1">
                  <a:lumMod val="90000"/>
                </a:schemeClr>
              </a:solidFill>
              <a:cs typeface="Segoe UI"/>
            </a:endParaRPr>
          </a:p>
          <a:p>
            <a:endParaRPr lang="en-US" sz="1600" dirty="0">
              <a:solidFill>
                <a:schemeClr val="tx1">
                  <a:lumMod val="90000"/>
                </a:schemeClr>
              </a:solidFill>
              <a:cs typeface="Segoe UI"/>
            </a:endParaRPr>
          </a:p>
          <a:p>
            <a:r>
              <a:rPr lang="en-US" sz="1600" dirty="0">
                <a:solidFill>
                  <a:srgbClr val="FF0000"/>
                </a:solidFill>
                <a:cs typeface="Segoe UI"/>
              </a:rPr>
              <a:t>79.4%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cs typeface="Segoe UI"/>
              </a:rPr>
              <a:t> of CPU time in </a:t>
            </a:r>
            <a:r>
              <a:rPr lang="en-US" sz="1600" dirty="0" err="1">
                <a:solidFill>
                  <a:schemeClr val="tx1">
                    <a:lumMod val="90000"/>
                  </a:schemeClr>
                </a:solidFill>
                <a:latin typeface="Batang"/>
                <a:ea typeface="Batang"/>
                <a:cs typeface="Segoe UI"/>
              </a:rPr>
              <a:t>gomp_team_barrier_wait_end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cs typeface="Segoe UI"/>
              </a:rPr>
              <a:t>, </a:t>
            </a:r>
            <a:r>
              <a:rPr lang="en-US" sz="1600" dirty="0">
                <a:solidFill>
                  <a:srgbClr val="FF0000"/>
                </a:solidFill>
                <a:cs typeface="Segoe UI"/>
              </a:rPr>
              <a:t>9.7%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cs typeface="Segoe UI"/>
              </a:rPr>
              <a:t> in </a:t>
            </a:r>
            <a:r>
              <a:rPr lang="en-US" sz="1600" dirty="0" err="1">
                <a:solidFill>
                  <a:schemeClr val="tx1">
                    <a:lumMod val="90000"/>
                  </a:schemeClr>
                </a:solidFill>
                <a:latin typeface="Batang"/>
                <a:ea typeface="Batang"/>
                <a:cs typeface="Segoe UI"/>
              </a:rPr>
              <a:t>fwrite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cs typeface="Segoe UI"/>
              </a:rPr>
              <a:t>, </a:t>
            </a:r>
            <a:r>
              <a:rPr lang="en-US" sz="1600" dirty="0">
                <a:solidFill>
                  <a:srgbClr val="FF0000"/>
                </a:solidFill>
                <a:cs typeface="Segoe UI"/>
              </a:rPr>
              <a:t>2.2%</a:t>
            </a:r>
            <a:r>
              <a:rPr lang="en-US" sz="1600" dirty="0">
                <a:solidFill>
                  <a:schemeClr val="tx1">
                    <a:lumMod val="90000"/>
                  </a:schemeClr>
                </a:solidFill>
                <a:cs typeface="Segoe UI"/>
              </a:rPr>
              <a:t> in the matrix calculation.</a:t>
            </a:r>
            <a:endParaRPr lang="it-IT" sz="1600">
              <a:solidFill>
                <a:schemeClr val="tx1">
                  <a:lumMod val="90000"/>
                </a:schemeClr>
              </a:solidFill>
              <a:cs typeface="Segoe UI"/>
            </a:endParaRPr>
          </a:p>
          <a:p>
            <a:pPr algn="l"/>
            <a:endParaRPr lang="it-IT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3310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70-815E-EA86-6978-0D2C881F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142"/>
            <a:ext cx="10515600" cy="660400"/>
          </a:xfrm>
        </p:spPr>
        <p:txBody>
          <a:bodyPr/>
          <a:lstStyle/>
          <a:p>
            <a:r>
              <a:rPr lang="en-US" sz="2600" b="1" dirty="0"/>
              <a:t>Code Optimization on </a:t>
            </a:r>
            <a:r>
              <a:rPr lang="en-US" sz="2600" b="1" dirty="0" err="1"/>
              <a:t>Edu_skylake</a:t>
            </a:r>
            <a:r>
              <a:rPr lang="en-US" sz="2600" b="1" dirty="0"/>
              <a:t> partition</a:t>
            </a:r>
            <a:endParaRPr lang="it-IT" dirty="0"/>
          </a:p>
        </p:txBody>
      </p:sp>
      <p:sp>
        <p:nvSpPr>
          <p:cNvPr id="41" name="Imp1"/>
          <p:cNvSpPr/>
          <p:nvPr/>
        </p:nvSpPr>
        <p:spPr>
          <a:xfrm>
            <a:off x="827762" y="1558794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>
                <a:solidFill>
                  <a:srgbClr val="4DA3FF"/>
                </a:solidFill>
              </a:rPr>
              <a:t>1. Buffered frame output</a:t>
            </a:r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D5DCE8"/>
                </a:solidFill>
              </a:rPr>
              <a:t>Per pixel </a:t>
            </a:r>
            <a:r>
              <a:rPr lang="en-US" sz="1400" dirty="0" err="1">
                <a:solidFill>
                  <a:srgbClr val="D5DCE8"/>
                </a:solidFill>
              </a:rPr>
              <a:t>fwrite</a:t>
            </a:r>
            <a:r>
              <a:rPr lang="en-US" sz="1400">
                <a:solidFill>
                  <a:srgbClr val="D5DCE8"/>
                </a:solidFill>
              </a:rPr>
              <a:t> replaced by one in-memory buffer, filled in parallel and flushed with a single call per frame</a:t>
            </a:r>
            <a:r>
              <a:rPr lang="en-US" sz="1400" dirty="0">
                <a:solidFill>
                  <a:srgbClr val="D5DCE8"/>
                </a:solidFill>
              </a:rPr>
              <a:t>.</a:t>
            </a:r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D5DCE8"/>
                </a:solidFill>
                <a:cs typeface="Segoe UI"/>
              </a:rPr>
              <a:t>However, a new barrier is introduced.</a:t>
            </a:r>
          </a:p>
        </p:txBody>
      </p:sp>
      <p:sp>
        <p:nvSpPr>
          <p:cNvPr id="42" name="Imp2"/>
          <p:cNvSpPr/>
          <p:nvPr/>
        </p:nvSpPr>
        <p:spPr>
          <a:xfrm>
            <a:off x="4409162" y="1558794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>
                <a:solidFill>
                  <a:srgbClr val="4DA3FF"/>
                </a:solidFill>
              </a:rPr>
              <a:t>2. Loop fusion</a:t>
            </a: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D5DCE8"/>
                </a:solidFill>
              </a:rPr>
              <a:t>Stencil and buffer-fill were merged into </a:t>
            </a:r>
            <a:r>
              <a:rPr lang="en-US" sz="1400" dirty="0">
                <a:solidFill>
                  <a:srgbClr val="D5DCE8"/>
                </a:solidFill>
              </a:rPr>
              <a:t>the same </a:t>
            </a:r>
            <a:r>
              <a:rPr lang="en-US" sz="1400" dirty="0" err="1">
                <a:solidFill>
                  <a:srgbClr val="D5DCE8"/>
                </a:solidFill>
              </a:rPr>
              <a:t>omp</a:t>
            </a:r>
            <a:r>
              <a:rPr lang="en-US" sz="1400">
                <a:solidFill>
                  <a:srgbClr val="D5DCE8"/>
                </a:solidFill>
              </a:rPr>
              <a:t> for</a:t>
            </a:r>
            <a:r>
              <a:rPr lang="en-US" sz="1400" dirty="0">
                <a:solidFill>
                  <a:srgbClr val="D5DCE8"/>
                </a:solidFill>
              </a:rPr>
              <a:t> directive</a:t>
            </a:r>
            <a:r>
              <a:rPr lang="en-US" sz="1400">
                <a:solidFill>
                  <a:srgbClr val="D5DCE8"/>
                </a:solidFill>
              </a:rPr>
              <a:t>, removing the added barrier.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43" name="Imp3"/>
          <p:cNvSpPr/>
          <p:nvPr/>
        </p:nvSpPr>
        <p:spPr>
          <a:xfrm>
            <a:off x="7990562" y="1558794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r>
              <a:rPr lang="en-US" sz="1600" b="1">
                <a:solidFill>
                  <a:srgbClr val="4DA3FF"/>
                </a:solidFill>
              </a:rPr>
              <a:t>3. Parallel </a:t>
            </a:r>
            <a:r>
              <a:rPr lang="en-US" sz="1600" b="1" dirty="0">
                <a:solidFill>
                  <a:srgbClr val="4DA3FF"/>
                </a:solidFill>
              </a:rPr>
              <a:t>initialization and (guided) schedule</a:t>
            </a:r>
            <a:endParaRPr lang="en-US" sz="1600" b="1" dirty="0">
              <a:solidFill>
                <a:srgbClr val="4DA3FF"/>
              </a:solidFill>
              <a:cs typeface="Segoe UI"/>
            </a:endParaRPr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rgbClr val="D5DCE8"/>
                </a:solidFill>
              </a:rPr>
              <a:t>Matrices initialization</a:t>
            </a:r>
            <a:r>
              <a:rPr lang="en-US" sz="1400">
                <a:solidFill>
                  <a:srgbClr val="D5DCE8"/>
                </a:solidFill>
              </a:rPr>
              <a:t> parallelized with the </a:t>
            </a:r>
            <a:r>
              <a:rPr lang="en-US" sz="1400" dirty="0">
                <a:solidFill>
                  <a:srgbClr val="D5DCE8"/>
                </a:solidFill>
              </a:rPr>
              <a:t>same </a:t>
            </a:r>
            <a:r>
              <a:rPr lang="en-US" sz="1400">
                <a:solidFill>
                  <a:srgbClr val="D5DCE8"/>
                </a:solidFill>
              </a:rPr>
              <a:t>stencil's schedule</a:t>
            </a:r>
            <a:r>
              <a:rPr lang="en-US" sz="1400" dirty="0">
                <a:solidFill>
                  <a:srgbClr val="D5DCE8"/>
                </a:solidFill>
              </a:rPr>
              <a:t> (guided)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51" name="Stat1"/>
          <p:cNvSpPr/>
          <p:nvPr/>
        </p:nvSpPr>
        <p:spPr>
          <a:xfrm>
            <a:off x="827762" y="3870195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 dirty="0">
                <a:solidFill>
                  <a:schemeClr val="accent3"/>
                </a:solidFill>
              </a:rPr>
              <a:t>57.5%</a:t>
            </a:r>
            <a:endParaRPr lang="en-US" sz="2800" b="1">
              <a:solidFill>
                <a:schemeClr val="accent3"/>
              </a:solidFill>
              <a:cs typeface="Segoe UI"/>
            </a:endParaRP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barrier wait, from 79.4%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52" name="Stat2"/>
          <p:cNvSpPr/>
          <p:nvPr/>
        </p:nvSpPr>
        <p:spPr>
          <a:xfrm>
            <a:off x="4409162" y="3870195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>
                <a:solidFill>
                  <a:srgbClr val="2BB673"/>
                </a:solidFill>
              </a:rPr>
              <a:t>15.7%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stencil, from 2.2%</a:t>
            </a:r>
          </a:p>
        </p:txBody>
      </p:sp>
      <p:sp>
        <p:nvSpPr>
          <p:cNvPr id="53" name="Stat3"/>
          <p:cNvSpPr/>
          <p:nvPr/>
        </p:nvSpPr>
        <p:spPr>
          <a:xfrm>
            <a:off x="7990562" y="3870195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>
                <a:solidFill>
                  <a:srgbClr val="2BB673"/>
                </a:solidFill>
              </a:rPr>
              <a:t>&lt;0.3%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fwrite, from 9.7%</a:t>
            </a:r>
          </a:p>
        </p:txBody>
      </p:sp>
      <p:sp>
        <p:nvSpPr>
          <p:cNvPr id="60" name="Note"/>
          <p:cNvSpPr txBox="1"/>
          <p:nvPr/>
        </p:nvSpPr>
        <p:spPr>
          <a:xfrm>
            <a:off x="838200" y="5419595"/>
            <a:ext cx="10672175" cy="891783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r>
              <a:rPr lang="en-US" sz="1400">
                <a:solidFill>
                  <a:srgbClr val="C3CCDA"/>
                </a:solidFill>
              </a:rPr>
              <a:t>Threading analysis still reported </a:t>
            </a:r>
            <a:r>
              <a:rPr lang="en-US" sz="1400" dirty="0">
                <a:solidFill>
                  <a:srgbClr val="FF0000"/>
                </a:solidFill>
              </a:rPr>
              <a:t>23%</a:t>
            </a:r>
            <a:r>
              <a:rPr lang="en-US" sz="1400">
                <a:solidFill>
                  <a:srgbClr val="C3CCDA"/>
                </a:solidFill>
              </a:rPr>
              <a:t> </a:t>
            </a:r>
            <a:r>
              <a:rPr lang="en-US" sz="1400" dirty="0">
                <a:solidFill>
                  <a:srgbClr val="C3CCDA"/>
                </a:solidFill>
              </a:rPr>
              <a:t>effective </a:t>
            </a:r>
            <a:r>
              <a:rPr lang="en-US" sz="1400">
                <a:solidFill>
                  <a:srgbClr val="C3CCDA"/>
                </a:solidFill>
              </a:rPr>
              <a:t>CPU utilization</a:t>
            </a:r>
            <a:r>
              <a:rPr lang="en-US" sz="1400" dirty="0">
                <a:solidFill>
                  <a:srgbClr val="C3CCDA"/>
                </a:solidFill>
              </a:rPr>
              <a:t>. Evidently, </a:t>
            </a:r>
            <a:r>
              <a:rPr lang="en-US" sz="1400">
                <a:solidFill>
                  <a:srgbClr val="C3CCDA"/>
                </a:solidFill>
              </a:rPr>
              <a:t>at M=1000 the workload was too small for the team size.</a:t>
            </a:r>
            <a:endParaRPr lang="en-US" sz="1400" dirty="0">
              <a:solidFill>
                <a:srgbClr val="C3CCDA"/>
              </a:solidFill>
            </a:endParaRPr>
          </a:p>
          <a:p>
            <a:endParaRPr lang="en-US" sz="1400" dirty="0">
              <a:solidFill>
                <a:srgbClr val="C3CCDA"/>
              </a:solidFill>
              <a:cs typeface="Segoe UI"/>
            </a:endParaRPr>
          </a:p>
          <a:p>
            <a:r>
              <a:rPr lang="en-US" sz="1400" dirty="0">
                <a:solidFill>
                  <a:srgbClr val="C3CCDA"/>
                </a:solidFill>
                <a:cs typeface="Segoe UI"/>
              </a:rPr>
              <a:t>Moving to different HPC settings for changing the hardware utilization.</a:t>
            </a:r>
          </a:p>
        </p:txBody>
      </p:sp>
    </p:spTree>
    <p:extLst>
      <p:ext uri="{BB962C8B-B14F-4D97-AF65-F5344CB8AC3E}">
        <p14:creationId xmlns:p14="http://schemas.microsoft.com/office/powerpoint/2010/main" val="2301871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F285-8153-0CC1-D920-15CA7DE7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Sweep of workload size (M) on </a:t>
            </a:r>
            <a:r>
              <a:rPr lang="en-US" sz="2600" b="1" dirty="0" err="1"/>
              <a:t>Edu_sapphire</a:t>
            </a:r>
            <a:r>
              <a:rPr lang="en-US" sz="2600" b="1" dirty="0"/>
              <a:t> partition</a:t>
            </a:r>
            <a:endParaRPr lang="it-IT" dirty="0"/>
          </a:p>
        </p:txBody>
      </p:sp>
      <p:sp>
        <p:nvSpPr>
          <p:cNvPr id="95" name="ChartPanel"/>
          <p:cNvSpPr/>
          <p:nvPr/>
        </p:nvSpPr>
        <p:spPr>
          <a:xfrm>
            <a:off x="5666638" y="1847937"/>
            <a:ext cx="6359743" cy="3917691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F5B8E-4A5D-BDDE-A737-529348AC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38" y="2000337"/>
            <a:ext cx="6054943" cy="361289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49FFE0-5BC4-B804-6F54-398D8DBB6F35}"/>
              </a:ext>
            </a:extLst>
          </p:cNvPr>
          <p:cNvSpPr txBox="1"/>
          <p:nvPr/>
        </p:nvSpPr>
        <p:spPr>
          <a:xfrm>
            <a:off x="281836" y="2025041"/>
            <a:ext cx="539663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>
                <a:cs typeface="Segoe UI" panose="02110004020202020204"/>
              </a:rPr>
              <a:t>From M=1000 to M=2500 : </a:t>
            </a:r>
            <a:r>
              <a:rPr lang="it-IT" dirty="0" err="1">
                <a:cs typeface="Segoe UI" panose="02110004020202020204"/>
              </a:rPr>
              <a:t>thread</a:t>
            </a:r>
            <a:r>
              <a:rPr lang="it-IT" dirty="0">
                <a:cs typeface="Segoe UI" panose="02110004020202020204"/>
              </a:rPr>
              <a:t> </a:t>
            </a:r>
            <a:r>
              <a:rPr lang="it-IT" dirty="0" err="1">
                <a:cs typeface="Segoe UI" panose="02110004020202020204"/>
              </a:rPr>
              <a:t>starvation</a:t>
            </a:r>
            <a:r>
              <a:rPr lang="it-IT" dirty="0">
                <a:cs typeface="Segoe UI" panose="02110004020202020204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it-IT" dirty="0">
                <a:cs typeface="Segoe UI" panose="02110004020202020204"/>
              </a:rPr>
              <a:t>From M=5000 to M=15000 : </a:t>
            </a:r>
            <a:r>
              <a:rPr lang="it-IT" dirty="0" err="1">
                <a:cs typeface="Segoe UI" panose="02110004020202020204"/>
              </a:rPr>
              <a:t>computational</a:t>
            </a:r>
            <a:r>
              <a:rPr lang="it-IT" dirty="0">
                <a:cs typeface="Segoe UI" panose="02110004020202020204"/>
              </a:rPr>
              <a:t> load </a:t>
            </a:r>
            <a:r>
              <a:rPr lang="it-IT" dirty="0" err="1">
                <a:cs typeface="Segoe UI" panose="02110004020202020204"/>
              </a:rPr>
              <a:t>outweight</a:t>
            </a:r>
            <a:r>
              <a:rPr lang="it-IT" dirty="0">
                <a:cs typeface="Segoe UI" panose="02110004020202020204"/>
              </a:rPr>
              <a:t> the </a:t>
            </a:r>
            <a:r>
              <a:rPr lang="it-IT" dirty="0" err="1">
                <a:cs typeface="Segoe UI" panose="02110004020202020204"/>
              </a:rPr>
              <a:t>fixed</a:t>
            </a:r>
            <a:r>
              <a:rPr lang="it-IT" dirty="0">
                <a:cs typeface="Segoe UI" panose="02110004020202020204"/>
              </a:rPr>
              <a:t> overheads</a:t>
            </a:r>
          </a:p>
          <a:p>
            <a:pPr marL="285750" indent="-285750">
              <a:buFont typeface="Arial"/>
              <a:buChar char="•"/>
            </a:pPr>
            <a:r>
              <a:rPr lang="it-IT" dirty="0">
                <a:cs typeface="Segoe UI" panose="02110004020202020204"/>
              </a:rPr>
              <a:t>From M≥15000 : plateau due to I/O and </a:t>
            </a:r>
            <a:r>
              <a:rPr lang="it-IT" dirty="0" err="1">
                <a:cs typeface="Segoe UI" panose="02110004020202020204"/>
              </a:rPr>
              <a:t>memory</a:t>
            </a:r>
            <a:r>
              <a:rPr lang="it-IT" dirty="0">
                <a:cs typeface="Segoe UI" panose="02110004020202020204"/>
              </a:rPr>
              <a:t> </a:t>
            </a:r>
            <a:r>
              <a:rPr lang="it-IT" dirty="0" err="1">
                <a:cs typeface="Segoe UI" panose="02110004020202020204"/>
              </a:rPr>
              <a:t>bottleneck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A8FC931-BD3A-C362-D54F-1525D6C987F6}"/>
              </a:ext>
            </a:extLst>
          </p:cNvPr>
          <p:cNvSpPr txBox="1"/>
          <p:nvPr/>
        </p:nvSpPr>
        <p:spPr>
          <a:xfrm>
            <a:off x="459287" y="1544877"/>
            <a:ext cx="36116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solidFill>
                  <a:schemeClr val="accent1"/>
                </a:solidFill>
                <a:cs typeface="Segoe UI"/>
              </a:rPr>
              <a:t>CPU </a:t>
            </a:r>
            <a:r>
              <a:rPr lang="it-IT" sz="2400" dirty="0" err="1">
                <a:solidFill>
                  <a:schemeClr val="accent1"/>
                </a:solidFill>
                <a:cs typeface="Segoe UI"/>
              </a:rPr>
              <a:t>utilization</a:t>
            </a:r>
            <a:r>
              <a:rPr lang="it-IT" sz="2400" dirty="0">
                <a:solidFill>
                  <a:schemeClr val="accent1"/>
                </a:solidFill>
                <a:cs typeface="Segoe UI"/>
              </a:rPr>
              <a:t> trend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2D0B4F-D891-DE2A-60C5-3210ECAC7405}"/>
              </a:ext>
            </a:extLst>
          </p:cNvPr>
          <p:cNvSpPr txBox="1"/>
          <p:nvPr/>
        </p:nvSpPr>
        <p:spPr>
          <a:xfrm>
            <a:off x="532356" y="3883068"/>
            <a:ext cx="46763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solidFill>
                  <a:schemeClr val="accent1"/>
                </a:solidFill>
                <a:cs typeface="Segoe UI"/>
              </a:rPr>
              <a:t>Execution</a:t>
            </a:r>
            <a:r>
              <a:rPr lang="it-IT" sz="2400" dirty="0">
                <a:solidFill>
                  <a:schemeClr val="accent1"/>
                </a:solidFill>
                <a:cs typeface="Segoe UI"/>
              </a:rPr>
              <a:t> times trend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80B5CE-6D88-3681-7DB6-72D46A797880}"/>
              </a:ext>
            </a:extLst>
          </p:cNvPr>
          <p:cNvSpPr txBox="1"/>
          <p:nvPr/>
        </p:nvSpPr>
        <p:spPr>
          <a:xfrm>
            <a:off x="281835" y="4498932"/>
            <a:ext cx="473901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 err="1">
                <a:cs typeface="Segoe UI" panose="02110004020202020204"/>
              </a:rPr>
              <a:t>Validation</a:t>
            </a:r>
            <a:r>
              <a:rPr lang="it-IT" dirty="0">
                <a:cs typeface="Segoe UI" panose="02110004020202020204"/>
              </a:rPr>
              <a:t> of the </a:t>
            </a:r>
            <a:r>
              <a:rPr lang="it-IT" dirty="0" err="1">
                <a:cs typeface="Segoe UI" panose="02110004020202020204"/>
              </a:rPr>
              <a:t>theoretical</a:t>
            </a:r>
            <a:r>
              <a:rPr lang="it-IT" dirty="0">
                <a:cs typeface="Segoe UI" panose="02110004020202020204"/>
              </a:rPr>
              <a:t> O(M^2) </a:t>
            </a:r>
            <a:r>
              <a:rPr lang="it-IT" dirty="0" err="1">
                <a:cs typeface="Segoe UI" panose="02110004020202020204"/>
              </a:rPr>
              <a:t>complexity</a:t>
            </a:r>
            <a:r>
              <a:rPr lang="it-IT" dirty="0">
                <a:cs typeface="Segoe UI" panose="02110004020202020204"/>
              </a:rPr>
              <a:t> for </a:t>
            </a:r>
            <a:r>
              <a:rPr lang="it-IT" dirty="0" err="1">
                <a:cs typeface="Segoe UI" panose="02110004020202020204"/>
              </a:rPr>
              <a:t>larger</a:t>
            </a:r>
            <a:r>
              <a:rPr lang="it-IT" dirty="0">
                <a:cs typeface="Segoe UI" panose="02110004020202020204"/>
              </a:rPr>
              <a:t> </a:t>
            </a:r>
            <a:r>
              <a:rPr lang="it-IT" dirty="0" err="1">
                <a:cs typeface="Segoe UI" panose="02110004020202020204"/>
              </a:rPr>
              <a:t>grids</a:t>
            </a:r>
            <a:r>
              <a:rPr lang="it-IT" dirty="0">
                <a:cs typeface="Segoe UI" panose="02110004020202020204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it-IT" dirty="0" err="1">
                <a:cs typeface="Segoe UI" panose="02110004020202020204"/>
              </a:rPr>
              <a:t>Fixed</a:t>
            </a:r>
            <a:r>
              <a:rPr lang="it-IT" dirty="0">
                <a:cs typeface="Segoe UI" panose="02110004020202020204"/>
              </a:rPr>
              <a:t> overheads times dominate for </a:t>
            </a:r>
            <a:r>
              <a:rPr lang="it-IT" dirty="0" err="1">
                <a:cs typeface="Segoe UI" panose="02110004020202020204"/>
              </a:rPr>
              <a:t>smaller</a:t>
            </a:r>
            <a:r>
              <a:rPr lang="it-IT" dirty="0">
                <a:cs typeface="Segoe UI" panose="02110004020202020204"/>
              </a:rPr>
              <a:t> </a:t>
            </a:r>
            <a:r>
              <a:rPr lang="it-IT" dirty="0" err="1">
                <a:cs typeface="Segoe UI" panose="02110004020202020204"/>
              </a:rPr>
              <a:t>grids</a:t>
            </a:r>
            <a:r>
              <a:rPr lang="it-IT" dirty="0">
                <a:cs typeface="Segoe UI" panose="02110004020202020204"/>
              </a:rPr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00ACD0-17D2-1E31-D8D7-F1D125EBBB2F}"/>
              </a:ext>
            </a:extLst>
          </p:cNvPr>
          <p:cNvSpPr txBox="1"/>
          <p:nvPr/>
        </p:nvSpPr>
        <p:spPr>
          <a:xfrm>
            <a:off x="908137" y="960328"/>
            <a:ext cx="1010432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dirty="0">
                <a:cs typeface="Segoe UI"/>
              </a:rPr>
              <a:t>Hardware </a:t>
            </a:r>
            <a:r>
              <a:rPr lang="it-IT" sz="1400" dirty="0" err="1">
                <a:cs typeface="Segoe UI"/>
              </a:rPr>
              <a:t>specs</a:t>
            </a:r>
            <a:r>
              <a:rPr lang="it-IT" sz="1400" dirty="0">
                <a:cs typeface="Segoe UI"/>
              </a:rPr>
              <a:t>: 48 </a:t>
            </a:r>
            <a:r>
              <a:rPr lang="it-IT" sz="1400" dirty="0" err="1">
                <a:cs typeface="Segoe UI"/>
              </a:rPr>
              <a:t>physical</a:t>
            </a:r>
            <a:r>
              <a:rPr lang="it-IT" sz="1400" dirty="0">
                <a:cs typeface="Segoe UI"/>
              </a:rPr>
              <a:t> and 96 </a:t>
            </a:r>
            <a:r>
              <a:rPr lang="it-IT" sz="1400" dirty="0" err="1">
                <a:cs typeface="Segoe UI"/>
              </a:rPr>
              <a:t>logical</a:t>
            </a:r>
            <a:r>
              <a:rPr lang="it-IT" sz="1400" dirty="0">
                <a:cs typeface="Segoe UI"/>
              </a:rPr>
              <a:t> cores, dual-</a:t>
            </a:r>
            <a:r>
              <a:rPr lang="it-IT" sz="1400" dirty="0" err="1">
                <a:cs typeface="Segoe UI"/>
              </a:rPr>
              <a:t>socket</a:t>
            </a:r>
            <a:r>
              <a:rPr lang="it-IT" sz="1400" dirty="0">
                <a:cs typeface="Segoe UI"/>
              </a:rPr>
              <a:t> with 24 </a:t>
            </a:r>
            <a:r>
              <a:rPr lang="it-IT" sz="1400" dirty="0" err="1">
                <a:cs typeface="Segoe UI"/>
              </a:rPr>
              <a:t>physical</a:t>
            </a:r>
            <a:r>
              <a:rPr lang="it-IT" sz="1400" dirty="0">
                <a:cs typeface="Segoe UI"/>
              </a:rPr>
              <a:t> cores per </a:t>
            </a:r>
            <a:r>
              <a:rPr lang="it-IT" sz="1400" dirty="0" err="1">
                <a:cs typeface="Segoe UI"/>
              </a:rPr>
              <a:t>socket</a:t>
            </a:r>
            <a:endParaRPr lang="it-IT" sz="14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6018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1E6C-7592-8748-72A7-A597A631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282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Sweep of number of threads with </a:t>
            </a:r>
            <a:r>
              <a:rPr lang="en-US" sz="2600" b="1"/>
              <a:t>M=15000</a:t>
            </a:r>
            <a:endParaRPr lang="it-IT" dirty="0"/>
          </a:p>
        </p:txBody>
      </p:sp>
      <p:sp>
        <p:nvSpPr>
          <p:cNvPr id="95" name="ChartPanel"/>
          <p:cNvSpPr/>
          <p:nvPr/>
        </p:nvSpPr>
        <p:spPr>
          <a:xfrm>
            <a:off x="922751" y="886217"/>
            <a:ext cx="9688883" cy="4268493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4EC93-2819-96F2-8A1E-7DFF637F5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51" y="1038617"/>
            <a:ext cx="9384083" cy="396369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662353-4A05-0CD7-8188-965E55042511}"/>
              </a:ext>
            </a:extLst>
          </p:cNvPr>
          <p:cNvSpPr txBox="1"/>
          <p:nvPr/>
        </p:nvSpPr>
        <p:spPr>
          <a:xfrm>
            <a:off x="1116904" y="5334000"/>
            <a:ext cx="1004169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>
                <a:cs typeface="Segoe UI"/>
              </a:rPr>
              <a:t>Speed up </a:t>
            </a:r>
            <a:r>
              <a:rPr lang="it-IT" dirty="0" err="1">
                <a:cs typeface="Segoe UI"/>
              </a:rPr>
              <a:t>very</a:t>
            </a:r>
            <a:r>
              <a:rPr lang="it-IT" dirty="0">
                <a:cs typeface="Segoe UI"/>
              </a:rPr>
              <a:t> far </a:t>
            </a:r>
            <a:r>
              <a:rPr lang="it-IT" dirty="0" err="1">
                <a:cs typeface="Segoe UI"/>
              </a:rPr>
              <a:t>away</a:t>
            </a:r>
            <a:r>
              <a:rPr lang="it-IT" dirty="0">
                <a:cs typeface="Segoe UI"/>
              </a:rPr>
              <a:t> from </a:t>
            </a:r>
            <a:r>
              <a:rPr lang="it-IT" dirty="0" err="1">
                <a:cs typeface="Segoe UI"/>
              </a:rPr>
              <a:t>ideal</a:t>
            </a:r>
            <a:r>
              <a:rPr lang="it-IT" dirty="0">
                <a:cs typeface="Segoe UI"/>
              </a:rPr>
              <a:t> (</a:t>
            </a:r>
            <a:r>
              <a:rPr lang="it-IT" dirty="0">
                <a:solidFill>
                  <a:srgbClr val="FF0000"/>
                </a:solidFill>
                <a:cs typeface="Segoe UI"/>
              </a:rPr>
              <a:t>11.1x</a:t>
            </a:r>
            <a:r>
              <a:rPr lang="it-IT" dirty="0">
                <a:cs typeface="Segoe UI"/>
              </a:rPr>
              <a:t> with 96 </a:t>
            </a:r>
            <a:r>
              <a:rPr lang="it-IT" dirty="0" err="1">
                <a:cs typeface="Segoe UI"/>
              </a:rPr>
              <a:t>threads</a:t>
            </a:r>
            <a:r>
              <a:rPr lang="it-IT" dirty="0">
                <a:cs typeface="Segoe UI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it-IT" dirty="0" err="1">
                <a:cs typeface="Segoe UI"/>
              </a:rPr>
              <a:t>Discending</a:t>
            </a:r>
            <a:r>
              <a:rPr lang="it-IT" dirty="0">
                <a:cs typeface="Segoe UI"/>
              </a:rPr>
              <a:t> trend for </a:t>
            </a:r>
            <a:r>
              <a:rPr lang="it-IT" dirty="0" err="1">
                <a:cs typeface="Segoe UI"/>
              </a:rPr>
              <a:t>parallel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cs typeface="Segoe UI"/>
              </a:rPr>
              <a:t>efficiency</a:t>
            </a:r>
            <a:r>
              <a:rPr lang="it-IT" dirty="0">
                <a:cs typeface="Segoe UI"/>
              </a:rPr>
              <a:t>, with </a:t>
            </a:r>
            <a:r>
              <a:rPr lang="it-IT" dirty="0" err="1">
                <a:cs typeface="Segoe UI"/>
              </a:rPr>
              <a:t>significant</a:t>
            </a:r>
            <a:r>
              <a:rPr lang="it-IT" dirty="0">
                <a:cs typeface="Segoe UI"/>
              </a:rPr>
              <a:t> drop </a:t>
            </a:r>
            <a:r>
              <a:rPr lang="it-IT" dirty="0" err="1">
                <a:cs typeface="Segoe UI"/>
              </a:rPr>
              <a:t>when</a:t>
            </a:r>
            <a:r>
              <a:rPr lang="it-IT" dirty="0">
                <a:cs typeface="Segoe UI"/>
              </a:rPr>
              <a:t> t≥32 (NUMA </a:t>
            </a:r>
            <a:r>
              <a:rPr lang="it-IT" dirty="0" err="1">
                <a:cs typeface="Segoe UI"/>
              </a:rPr>
              <a:t>architecture</a:t>
            </a:r>
            <a:r>
              <a:rPr lang="it-IT" dirty="0">
                <a:cs typeface="Segoe UI"/>
              </a:rPr>
              <a:t>).</a:t>
            </a:r>
          </a:p>
          <a:p>
            <a:pPr marL="285750" indent="-285750">
              <a:buFont typeface="Arial"/>
              <a:buChar char="•"/>
            </a:pPr>
            <a:r>
              <a:rPr lang="it-IT" dirty="0">
                <a:cs typeface="Segoe UI"/>
              </a:rPr>
              <a:t>For t=64 and t=96 </a:t>
            </a:r>
            <a:r>
              <a:rPr lang="it-IT" dirty="0" err="1">
                <a:cs typeface="Segoe UI"/>
              </a:rPr>
              <a:t>Hyper</a:t>
            </a:r>
            <a:r>
              <a:rPr lang="it-IT" dirty="0">
                <a:cs typeface="Segoe UI"/>
              </a:rPr>
              <a:t>-Threading </a:t>
            </a:r>
            <a:r>
              <a:rPr lang="it-IT" dirty="0" err="1">
                <a:cs typeface="Segoe UI"/>
              </a:rPr>
              <a:t>is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cs typeface="Segoe UI"/>
              </a:rPr>
              <a:t>used</a:t>
            </a:r>
            <a:r>
              <a:rPr lang="it-IT" dirty="0">
                <a:cs typeface="Segoe UI"/>
              </a:rPr>
              <a:t>, </a:t>
            </a:r>
            <a:r>
              <a:rPr lang="it-IT" dirty="0" err="1">
                <a:cs typeface="Segoe UI"/>
              </a:rPr>
              <a:t>contributing</a:t>
            </a:r>
            <a:r>
              <a:rPr lang="it-IT" dirty="0">
                <a:cs typeface="Segoe UI"/>
              </a:rPr>
              <a:t> to </a:t>
            </a:r>
            <a:r>
              <a:rPr lang="it-IT" dirty="0" err="1">
                <a:cs typeface="Segoe UI"/>
              </a:rPr>
              <a:t>efficiency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cs typeface="Segoe UI"/>
              </a:rPr>
              <a:t>decrease</a:t>
            </a:r>
            <a:r>
              <a:rPr lang="it-IT" dirty="0">
                <a:cs typeface="Segoe UI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it-IT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5550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BFA1-5AC2-F3E0-A71D-530DA3B9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14" y="294362"/>
            <a:ext cx="10515600" cy="660400"/>
          </a:xfrm>
        </p:spPr>
        <p:txBody>
          <a:bodyPr/>
          <a:lstStyle/>
          <a:p>
            <a:r>
              <a:rPr lang="en-US" sz="2600" b="1" dirty="0">
                <a:cs typeface="Segoe UI Semibold"/>
              </a:rPr>
              <a:t>Sweep of number of threads without I/O</a:t>
            </a:r>
          </a:p>
        </p:txBody>
      </p:sp>
      <p:sp>
        <p:nvSpPr>
          <p:cNvPr id="95" name="ChartPanel"/>
          <p:cNvSpPr/>
          <p:nvPr/>
        </p:nvSpPr>
        <p:spPr>
          <a:xfrm>
            <a:off x="849682" y="917532"/>
            <a:ext cx="9939403" cy="4372877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7C2BA-2CB8-56C2-0CDC-AAE894EF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2" y="1069932"/>
            <a:ext cx="9634603" cy="40680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EAF7A1-BD37-7D4F-F9AB-6BEA8543CE9D}"/>
              </a:ext>
            </a:extLst>
          </p:cNvPr>
          <p:cNvSpPr txBox="1"/>
          <p:nvPr/>
        </p:nvSpPr>
        <p:spPr>
          <a:xfrm>
            <a:off x="897698" y="5344438"/>
            <a:ext cx="9947753" cy="10751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1699D4-5910-B411-B1C5-615295EEB965}"/>
              </a:ext>
            </a:extLst>
          </p:cNvPr>
          <p:cNvSpPr txBox="1"/>
          <p:nvPr/>
        </p:nvSpPr>
        <p:spPr>
          <a:xfrm>
            <a:off x="1127342" y="5427944"/>
            <a:ext cx="10135643" cy="97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9AE9FE-1326-D24A-9427-0EA9C83BA53B}"/>
              </a:ext>
            </a:extLst>
          </p:cNvPr>
          <p:cNvSpPr txBox="1"/>
          <p:nvPr/>
        </p:nvSpPr>
        <p:spPr>
          <a:xfrm>
            <a:off x="949890" y="5365314"/>
            <a:ext cx="101565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>
                <a:cs typeface="Segoe UI"/>
              </a:rPr>
              <a:t>Maximum </a:t>
            </a:r>
            <a:r>
              <a:rPr lang="it-IT" dirty="0" err="1">
                <a:cs typeface="Segoe UI"/>
              </a:rPr>
              <a:t>speedup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doubled</a:t>
            </a:r>
            <a:r>
              <a:rPr lang="it-IT" dirty="0">
                <a:cs typeface="Segoe UI"/>
              </a:rPr>
              <a:t>: from 11.6x to </a:t>
            </a:r>
            <a:r>
              <a:rPr lang="it-IT" dirty="0">
                <a:solidFill>
                  <a:schemeClr val="accent1"/>
                </a:solidFill>
                <a:cs typeface="Segoe UI"/>
              </a:rPr>
              <a:t>25.1x</a:t>
            </a:r>
          </a:p>
          <a:p>
            <a:pPr marL="285750" indent="-285750">
              <a:buFont typeface="Arial"/>
              <a:buChar char="•"/>
            </a:pP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Parallel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efficiency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raised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up: maximum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at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</a:t>
            </a:r>
            <a:r>
              <a:rPr lang="it-IT" dirty="0">
                <a:solidFill>
                  <a:schemeClr val="accent1"/>
                </a:solidFill>
                <a:cs typeface="Segoe UI"/>
              </a:rPr>
              <a:t>26.1%</a:t>
            </a:r>
          </a:p>
          <a:p>
            <a:pPr marL="285750" indent="-285750">
              <a:buFont typeface="Arial"/>
              <a:buChar char="•"/>
            </a:pP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Huge </a:t>
            </a:r>
            <a:r>
              <a:rPr lang="it-IT" dirty="0">
                <a:solidFill>
                  <a:srgbClr val="FF0000"/>
                </a:solidFill>
                <a:cs typeface="Segoe UI"/>
              </a:rPr>
              <a:t>drop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when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both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sockets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are 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used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: schedule(</a:t>
            </a:r>
            <a:r>
              <a:rPr lang="it-IT" dirty="0" err="1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guided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216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2FCF-2EEC-3683-6F2E-B506DBA79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2" y="304800"/>
            <a:ext cx="10515600" cy="660400"/>
          </a:xfrm>
        </p:spPr>
        <p:txBody>
          <a:bodyPr/>
          <a:lstStyle/>
          <a:p>
            <a:r>
              <a:rPr lang="en-US" sz="2600" b="1" dirty="0">
                <a:cs typeface="Segoe UI Semibold"/>
              </a:rPr>
              <a:t>Sweep of threads without I/O with schedule(static)</a:t>
            </a:r>
          </a:p>
        </p:txBody>
      </p:sp>
      <p:sp>
        <p:nvSpPr>
          <p:cNvPr id="95" name="ChartPanel"/>
          <p:cNvSpPr/>
          <p:nvPr/>
        </p:nvSpPr>
        <p:spPr>
          <a:xfrm>
            <a:off x="734860" y="907093"/>
            <a:ext cx="10033348" cy="4414630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87455-5338-F47F-2369-FBC4F69E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60" y="1059493"/>
            <a:ext cx="9728548" cy="410983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8B7232-4696-BF51-2CF0-6C49C822483A}"/>
              </a:ext>
            </a:extLst>
          </p:cNvPr>
          <p:cNvSpPr txBox="1"/>
          <p:nvPr/>
        </p:nvSpPr>
        <p:spPr>
          <a:xfrm>
            <a:off x="876821" y="5501013"/>
            <a:ext cx="975986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>
                <a:cs typeface="Segoe UI"/>
              </a:rPr>
              <a:t>Drop </a:t>
            </a:r>
            <a:r>
              <a:rPr lang="it-IT" dirty="0" err="1">
                <a:cs typeface="Segoe UI"/>
              </a:rPr>
              <a:t>drastically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solidFill>
                  <a:schemeClr val="accent1"/>
                </a:solidFill>
                <a:cs typeface="Segoe UI"/>
              </a:rPr>
              <a:t>reduced</a:t>
            </a:r>
            <a:r>
              <a:rPr lang="it-IT" dirty="0">
                <a:cs typeface="Segoe UI"/>
              </a:rPr>
              <a:t> (</a:t>
            </a:r>
            <a:r>
              <a:rPr lang="it-IT" dirty="0" err="1">
                <a:cs typeface="Segoe UI"/>
              </a:rPr>
              <a:t>spatial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cs typeface="Segoe UI"/>
              </a:rPr>
              <a:t>locality</a:t>
            </a:r>
            <a:r>
              <a:rPr lang="it-IT" dirty="0">
                <a:cs typeface="Segoe UI"/>
              </a:rPr>
              <a:t>).</a:t>
            </a:r>
          </a:p>
          <a:p>
            <a:pPr marL="285750" indent="-285750">
              <a:buFont typeface="Arial"/>
              <a:buChar char="•"/>
            </a:pPr>
            <a:r>
              <a:rPr lang="it-IT" dirty="0">
                <a:cs typeface="Segoe UI"/>
              </a:rPr>
              <a:t>Maximum speed-up and </a:t>
            </a:r>
            <a:r>
              <a:rPr lang="it-IT" dirty="0" err="1">
                <a:cs typeface="Segoe UI"/>
              </a:rPr>
              <a:t>parallel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cs typeface="Segoe UI"/>
              </a:rPr>
              <a:t>efficiency</a:t>
            </a:r>
            <a:r>
              <a:rPr lang="it-IT" dirty="0">
                <a:cs typeface="Segoe UI"/>
              </a:rPr>
              <a:t> </a:t>
            </a:r>
            <a:r>
              <a:rPr lang="it-IT" dirty="0" err="1">
                <a:cs typeface="Segoe UI"/>
              </a:rPr>
              <a:t>increased</a:t>
            </a:r>
            <a:r>
              <a:rPr lang="it-IT" dirty="0">
                <a:cs typeface="Segoe UI"/>
              </a:rPr>
              <a:t> up to </a:t>
            </a:r>
            <a:r>
              <a:rPr lang="it-IT" dirty="0">
                <a:solidFill>
                  <a:schemeClr val="accent1"/>
                </a:solidFill>
                <a:cs typeface="Segoe UI"/>
              </a:rPr>
              <a:t>36.8x</a:t>
            </a:r>
            <a:r>
              <a:rPr lang="it-IT" dirty="0">
                <a:solidFill>
                  <a:schemeClr val="bg1">
                    <a:lumMod val="10000"/>
                    <a:lumOff val="90000"/>
                  </a:schemeClr>
                </a:solidFill>
                <a:cs typeface="Segoe UI"/>
              </a:rPr>
              <a:t> and</a:t>
            </a:r>
            <a:r>
              <a:rPr lang="it-IT" dirty="0">
                <a:solidFill>
                  <a:schemeClr val="accent1"/>
                </a:solidFill>
                <a:cs typeface="Segoe UI"/>
              </a:rPr>
              <a:t> 38.3%.</a:t>
            </a:r>
          </a:p>
          <a:p>
            <a:pPr marL="285750" indent="-285750">
              <a:buFont typeface="Arial"/>
              <a:buChar char="•"/>
            </a:pPr>
            <a:endParaRPr lang="it-IT" dirty="0">
              <a:solidFill>
                <a:schemeClr val="accent1"/>
              </a:solidFill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it-IT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28650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E14B-BF4F-F49B-405F-A47484775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54200"/>
            <a:ext cx="5334000" cy="2032000"/>
          </a:xfrm>
        </p:spPr>
        <p:txBody>
          <a:bodyPr>
            <a:normAutofit/>
          </a:bodyPr>
          <a:lstStyle/>
          <a:p>
            <a:pPr algn="l"/>
            <a:r>
              <a:rPr lang="en-GB" sz="4000" b="1">
                <a:latin typeface="Segoe UI Semibold"/>
                <a:cs typeface="Segoe UI Semibold"/>
              </a:rPr>
              <a:t>Assignment 2 — Hybrid MPI + OpenMP</a:t>
            </a:r>
          </a:p>
        </p:txBody>
      </p:sp>
      <p:sp>
        <p:nvSpPr>
          <p:cNvPr id="3" name="DividerSub">
            <a:extLst>
              <a:ext uri="{FF2B5EF4-FFF2-40B4-BE49-F238E27FC236}">
                <a16:creationId xmlns:a16="http://schemas.microsoft.com/office/drawing/2014/main" id="{84649C3F-C623-5117-85A5-7C0950662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89400"/>
            <a:ext cx="5334000" cy="1625600"/>
          </a:xfrm>
        </p:spPr>
        <p:txBody>
          <a:bodyPr/>
          <a:lstStyle/>
          <a:p>
            <a:pPr algn="l">
              <a:buNone/>
            </a:pPr>
            <a:r>
              <a:rPr lang="en-US" sz="1800">
                <a:solidFill>
                  <a:srgbClr val="D5DCE8"/>
                </a:solidFill>
              </a:rPr>
              <a:t>Multi-wave interference on HPC@PoliTO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i="1">
                <a:solidFill>
                  <a:srgbClr val="B9C4D4"/>
                </a:solidFill>
              </a:rPr>
              <a:t>Finding: the ceiling is disk I/O and socket-level memory contention — not the stencil</a:t>
            </a:r>
          </a:p>
        </p:txBody>
      </p:sp>
      <p:pic>
        <p:nvPicPr>
          <p:cNvPr id="4" name="video_sim3">
            <a:hlinkClick r:id="" action="ppaction://media"/>
            <a:extLst>
              <a:ext uri="{FF2B5EF4-FFF2-40B4-BE49-F238E27FC236}">
                <a16:creationId xmlns:a16="http://schemas.microsoft.com/office/drawing/2014/main" id="{7A7B3939-E02E-B271-C8EF-A97950F288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628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0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A331-FD1A-317F-E356-428300763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>
                <a:latin typeface="Segoe UI Semibold"/>
                <a:cs typeface="Segoe UI Semibold"/>
              </a:rPr>
              <a:t>3 MPI ranks, one scenario each, OpenMP inside each</a:t>
            </a:r>
            <a:endParaRPr lang="en-GB" sz="2800" b="1">
              <a:latin typeface="Segoe UI Semibold"/>
              <a:cs typeface="Segoe UI Semibold"/>
            </a:endParaRPr>
          </a:p>
        </p:txBody>
      </p:sp>
      <p:sp>
        <p:nvSpPr>
          <p:cNvPr id="3" name="CapLine">
            <a:extLst>
              <a:ext uri="{FF2B5EF4-FFF2-40B4-BE49-F238E27FC236}">
                <a16:creationId xmlns:a16="http://schemas.microsoft.com/office/drawing/2014/main" id="{F696699A-BE1C-4E7E-B933-D23D14C1E32D}"/>
              </a:ext>
            </a:extLst>
          </p:cNvPr>
          <p:cNvSpPr txBox="1"/>
          <p:nvPr/>
        </p:nvSpPr>
        <p:spPr>
          <a:xfrm>
            <a:off x="838200" y="1016000"/>
            <a:ext cx="10515600" cy="338554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D5DCE8"/>
                </a:solidFill>
                <a:latin typeface="Segoe UI"/>
                <a:cs typeface="Segoe UI"/>
              </a:rPr>
              <a:t>The three ranks never exchange data, each runs its own full simulation loop independently.</a:t>
            </a:r>
            <a:endParaRPr lang="en-GB" sz="1600">
              <a:solidFill>
                <a:srgbClr val="D5DCE8"/>
              </a:solidFill>
              <a:latin typeface="Segoe UI"/>
              <a:cs typeface="Segoe UI"/>
            </a:endParaRPr>
          </a:p>
        </p:txBody>
      </p:sp>
      <p:sp>
        <p:nvSpPr>
          <p:cNvPr id="4" name="RankCard0">
            <a:extLst>
              <a:ext uri="{FF2B5EF4-FFF2-40B4-BE49-F238E27FC236}">
                <a16:creationId xmlns:a16="http://schemas.microsoft.com/office/drawing/2014/main" id="{AA01D076-3933-44DA-B453-1923C63EBDF4}"/>
              </a:ext>
            </a:extLst>
          </p:cNvPr>
          <p:cNvSpPr/>
          <p:nvPr/>
        </p:nvSpPr>
        <p:spPr>
          <a:xfrm>
            <a:off x="838200" y="1905000"/>
            <a:ext cx="3302000" cy="2717800"/>
          </a:xfrm>
          <a:prstGeom prst="roundRect">
            <a:avLst>
              <a:gd name="adj" fmla="val 2600"/>
            </a:avLst>
          </a:prstGeom>
          <a:solidFill>
            <a:srgbClr val="1E2431"/>
          </a:solidFill>
          <a:ln w="12700" cap="flat" cmpd="sng" algn="ctr">
            <a:solidFill>
              <a:srgbClr val="3941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4DA3FF"/>
                </a:solidFill>
                <a:latin typeface="Segoe UI Semibold"/>
              </a:rPr>
              <a:t>Rank 0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EDF1F7"/>
                </a:solidFill>
              </a:rPr>
              <a:t>Baseline single wave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500" dirty="0">
                <a:solidFill>
                  <a:srgbClr val="B9C4D4"/>
                </a:solidFill>
              </a:rPr>
              <a:t>Reproduces the single-wave reference run from Assignment 1, unchanged.</a:t>
            </a:r>
          </a:p>
        </p:txBody>
      </p:sp>
      <p:sp>
        <p:nvSpPr>
          <p:cNvPr id="5" name="RankCard1">
            <a:extLst>
              <a:ext uri="{FF2B5EF4-FFF2-40B4-BE49-F238E27FC236}">
                <a16:creationId xmlns:a16="http://schemas.microsoft.com/office/drawing/2014/main" id="{A318ACD3-8FF2-4CFD-978E-69042C46A933}"/>
              </a:ext>
            </a:extLst>
          </p:cNvPr>
          <p:cNvSpPr/>
          <p:nvPr/>
        </p:nvSpPr>
        <p:spPr>
          <a:xfrm>
            <a:off x="4445000" y="1905000"/>
            <a:ext cx="3302000" cy="2717800"/>
          </a:xfrm>
          <a:prstGeom prst="roundRect">
            <a:avLst>
              <a:gd name="adj" fmla="val 2600"/>
            </a:avLst>
          </a:prstGeom>
          <a:solidFill>
            <a:srgbClr val="1E2431"/>
          </a:solidFill>
          <a:ln w="12700" cap="flat" cmpd="sng" algn="ctr">
            <a:solidFill>
              <a:srgbClr val="3941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4DA3FF"/>
                </a:solidFill>
                <a:latin typeface="Segoe UI Semibold"/>
              </a:rPr>
              <a:t>Rank 1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EDF1F7"/>
                </a:solidFill>
              </a:rPr>
              <a:t>Two impulses at t = 0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500" dirty="0">
                <a:solidFill>
                  <a:srgbClr val="B9C4D4"/>
                </a:solidFill>
              </a:rPr>
              <a:t>Both impulses released together, so the interference pattern forms immediately.</a:t>
            </a:r>
          </a:p>
        </p:txBody>
      </p:sp>
      <p:sp>
        <p:nvSpPr>
          <p:cNvPr id="6" name="RankCard2">
            <a:extLst>
              <a:ext uri="{FF2B5EF4-FFF2-40B4-BE49-F238E27FC236}">
                <a16:creationId xmlns:a16="http://schemas.microsoft.com/office/drawing/2014/main" id="{36E876AF-96E8-44FC-BFA7-35D9DA506FAD}"/>
              </a:ext>
            </a:extLst>
          </p:cNvPr>
          <p:cNvSpPr/>
          <p:nvPr/>
        </p:nvSpPr>
        <p:spPr>
          <a:xfrm>
            <a:off x="8051800" y="1905000"/>
            <a:ext cx="3302000" cy="2717800"/>
          </a:xfrm>
          <a:prstGeom prst="roundRect">
            <a:avLst>
              <a:gd name="adj" fmla="val 2600"/>
            </a:avLst>
          </a:prstGeom>
          <a:solidFill>
            <a:srgbClr val="1E2431"/>
          </a:solidFill>
          <a:ln w="12700" cap="flat" cmpd="sng" algn="ctr">
            <a:solidFill>
              <a:srgbClr val="3941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4DA3FF"/>
                </a:solidFill>
                <a:latin typeface="Segoe UI Semibold"/>
              </a:rPr>
              <a:t>Rank 2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EDF1F7"/>
                </a:solidFill>
              </a:rPr>
              <a:t>Second impulse at t_start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500" dirty="0">
                <a:solidFill>
                  <a:srgbClr val="B9C4D4"/>
                </a:solidFill>
              </a:rPr>
              <a:t>The second impulse is delayed, giving time-shifted interference instead.</a:t>
            </a:r>
          </a:p>
        </p:txBody>
      </p:sp>
      <p:sp>
        <p:nvSpPr>
          <p:cNvPr id="7" name="ArchNote">
            <a:extLst>
              <a:ext uri="{FF2B5EF4-FFF2-40B4-BE49-F238E27FC236}">
                <a16:creationId xmlns:a16="http://schemas.microsoft.com/office/drawing/2014/main" id="{C520DCD3-0083-4739-883C-5F6A6C16A0A5}"/>
              </a:ext>
            </a:extLst>
          </p:cNvPr>
          <p:cNvSpPr txBox="1"/>
          <p:nvPr/>
        </p:nvSpPr>
        <p:spPr>
          <a:xfrm>
            <a:off x="838200" y="49784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D5DCE8"/>
                </a:solidFill>
              </a:rPr>
              <a:t>With no cross-rank coordination cost, memory allocation and thread synchronization are tuned per rank. MPI_Finalize is the only synchronization point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20694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Panel">
            <a:extLst>
              <a:ext uri="{FF2B5EF4-FFF2-40B4-BE49-F238E27FC236}">
                <a16:creationId xmlns:a16="http://schemas.microsoft.com/office/drawing/2014/main" id="{8895FDE6-EE67-4BDD-A7A8-84A8DB1EBFD7}"/>
              </a:ext>
            </a:extLst>
          </p:cNvPr>
          <p:cNvSpPr/>
          <p:nvPr/>
        </p:nvSpPr>
        <p:spPr>
          <a:xfrm>
            <a:off x="2336800" y="1752600"/>
            <a:ext cx="7505700" cy="4622800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EBD9E-22D2-BFB4-8F97-8801105D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Autofit/>
          </a:bodyPr>
          <a:lstStyle/>
          <a:p>
            <a:r>
              <a:rPr lang="en-US" sz="2800" b="1">
                <a:latin typeface="Segoe UI Semibold"/>
                <a:cs typeface="Segoe UI Semibold"/>
              </a:rPr>
              <a:t>Concurrent disk writes </a:t>
            </a:r>
            <a:r>
              <a:rPr lang="en-US" sz="2800" b="1" err="1">
                <a:latin typeface="Segoe UI Semibold"/>
                <a:cs typeface="Segoe UI Semibold"/>
              </a:rPr>
              <a:t>icreases</a:t>
            </a:r>
            <a:r>
              <a:rPr lang="en-US" sz="2800" b="1">
                <a:latin typeface="Segoe UI Semibold"/>
                <a:cs typeface="Segoe UI Semibold"/>
              </a:rPr>
              <a:t> the execution time</a:t>
            </a:r>
            <a:endParaRPr lang="en-GB" sz="2800" b="1">
              <a:latin typeface="Segoe UI Semibold"/>
              <a:cs typeface="Segoe UI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EA618-EC02-8ADC-4B5E-28C31AA7A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00" y="1905000"/>
            <a:ext cx="7200900" cy="4318000"/>
          </a:xfrm>
          <a:prstGeom prst="rect">
            <a:avLst/>
          </a:prstGeom>
        </p:spPr>
      </p:pic>
      <p:sp>
        <p:nvSpPr>
          <p:cNvPr id="4" name="CapLine">
            <a:extLst>
              <a:ext uri="{FF2B5EF4-FFF2-40B4-BE49-F238E27FC236}">
                <a16:creationId xmlns:a16="http://schemas.microsoft.com/office/drawing/2014/main" id="{0FB42DCD-ECA2-41A5-86A1-3371206AA704}"/>
              </a:ext>
            </a:extLst>
          </p:cNvPr>
          <p:cNvSpPr txBox="1"/>
          <p:nvPr/>
        </p:nvSpPr>
        <p:spPr>
          <a:xfrm>
            <a:off x="838200" y="9906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D5DCE8"/>
                </a:solidFill>
                <a:latin typeface="Segoe UI"/>
                <a:cs typeface="Segoe UI"/>
              </a:rPr>
              <a:t>Execution time of each three ranks with 8 thread each, with I/O. Growth is far steeper than the single rank Assignment 1 run: all three ranks write their frames to the same shared filesystem at the same time.</a:t>
            </a:r>
            <a:endParaRPr lang="en-GB" sz="1600">
              <a:solidFill>
                <a:srgbClr val="D5DCE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70078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Panel">
            <a:extLst>
              <a:ext uri="{FF2B5EF4-FFF2-40B4-BE49-F238E27FC236}">
                <a16:creationId xmlns:a16="http://schemas.microsoft.com/office/drawing/2014/main" id="{F11C23AC-7E6A-4D3F-99ED-B12D972F7A97}"/>
              </a:ext>
            </a:extLst>
          </p:cNvPr>
          <p:cNvSpPr/>
          <p:nvPr/>
        </p:nvSpPr>
        <p:spPr>
          <a:xfrm>
            <a:off x="2133600" y="2059517"/>
            <a:ext cx="7924800" cy="4622800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DBB0E-54E7-54C0-C3C1-FD7AB6C5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Autofit/>
          </a:bodyPr>
          <a:lstStyle/>
          <a:p>
            <a:r>
              <a:rPr lang="en-US" sz="2800" b="1">
                <a:latin typeface="Segoe UI Semibold"/>
                <a:cs typeface="Segoe UI Semibold"/>
              </a:rPr>
              <a:t>Removing I/O: 700s → 61s at M=10000 but Rank 1's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BBFBF3-CD1E-8E7B-F816-6D037D4A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211917"/>
            <a:ext cx="7620000" cy="4318000"/>
          </a:xfrm>
          <a:prstGeom prst="rect">
            <a:avLst/>
          </a:prstGeom>
        </p:spPr>
      </p:pic>
      <p:sp>
        <p:nvSpPr>
          <p:cNvPr id="4" name="CapLine">
            <a:extLst>
              <a:ext uri="{FF2B5EF4-FFF2-40B4-BE49-F238E27FC236}">
                <a16:creationId xmlns:a16="http://schemas.microsoft.com/office/drawing/2014/main" id="{69B9A9E7-E4CF-4B04-A09F-4624C8DE19C3}"/>
              </a:ext>
            </a:extLst>
          </p:cNvPr>
          <p:cNvSpPr txBox="1"/>
          <p:nvPr/>
        </p:nvSpPr>
        <p:spPr>
          <a:xfrm>
            <a:off x="838200" y="990600"/>
            <a:ext cx="10515600" cy="1077218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D5DCE8"/>
                </a:solidFill>
                <a:ea typeface="+mn-lt"/>
                <a:cs typeface="+mn-lt"/>
              </a:rPr>
              <a:t>While execution times are perfectly balanced across all three ranks, confirming equal computational workload, the effective CPU utilization shows a distinct asymmetry. Specifically, Rank 1 exhibits lower efficiency compared to Ranks 0 and 2, which motivates our investigation into socket-level memory interference and thread pinning.</a:t>
            </a:r>
            <a:endParaRPr lang="en-US">
              <a:ea typeface="+mn-lt"/>
              <a:cs typeface="+mn-lt"/>
            </a:endParaRPr>
          </a:p>
          <a:p>
            <a:endParaRPr lang="en-US" sz="1600">
              <a:solidFill>
                <a:srgbClr val="D5DCE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2456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Panel">
            <a:extLst>
              <a:ext uri="{FF2B5EF4-FFF2-40B4-BE49-F238E27FC236}">
                <a16:creationId xmlns:a16="http://schemas.microsoft.com/office/drawing/2014/main" id="{81F70E06-B97C-4B65-84DA-401768389EC1}"/>
              </a:ext>
            </a:extLst>
          </p:cNvPr>
          <p:cNvSpPr/>
          <p:nvPr/>
        </p:nvSpPr>
        <p:spPr>
          <a:xfrm>
            <a:off x="2133600" y="1905000"/>
            <a:ext cx="7924800" cy="4622800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6C11F-CFA0-C2D5-AD33-AB3B1B93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Autofit/>
          </a:bodyPr>
          <a:lstStyle/>
          <a:p>
            <a:r>
              <a:rPr lang="en-US" sz="2800">
                <a:ea typeface="+mj-lt"/>
                <a:cs typeface="+mj-lt"/>
              </a:rPr>
              <a:t>Isolating Rank 1 on a Separate Socket: 88s vs 150s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0CC21A-25C3-F53C-5194-C0CA55D7F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160" y="2067560"/>
            <a:ext cx="7620000" cy="4318000"/>
          </a:xfrm>
          <a:prstGeom prst="rect">
            <a:avLst/>
          </a:prstGeom>
        </p:spPr>
      </p:pic>
      <p:sp>
        <p:nvSpPr>
          <p:cNvPr id="4" name="CapLine">
            <a:extLst>
              <a:ext uri="{FF2B5EF4-FFF2-40B4-BE49-F238E27FC236}">
                <a16:creationId xmlns:a16="http://schemas.microsoft.com/office/drawing/2014/main" id="{3A652E9D-9940-4E15-BFF2-7E22975F5BBE}"/>
              </a:ext>
            </a:extLst>
          </p:cNvPr>
          <p:cNvSpPr txBox="1"/>
          <p:nvPr/>
        </p:nvSpPr>
        <p:spPr>
          <a:xfrm>
            <a:off x="838200" y="990600"/>
            <a:ext cx="10515600" cy="830997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D5DCE8"/>
                </a:solidFill>
                <a:ea typeface="+mn-lt"/>
                <a:cs typeface="+mn-lt"/>
              </a:rPr>
              <a:t>Placing Rank 1 on its own socket resolves the memory contention, making it finish significantly faster. Because \</a:t>
            </a:r>
            <a:r>
              <a:rPr lang="en-US" sz="1600" err="1">
                <a:solidFill>
                  <a:srgbClr val="D5DCE8"/>
                </a:solidFill>
                <a:ea typeface="+mn-lt"/>
                <a:cs typeface="+mn-lt"/>
              </a:rPr>
              <a:t>textbf</a:t>
            </a:r>
            <a:r>
              <a:rPr lang="en-US" sz="1600">
                <a:solidFill>
                  <a:srgbClr val="D5DCE8"/>
                </a:solidFill>
                <a:ea typeface="+mn-lt"/>
                <a:cs typeface="+mn-lt"/>
              </a:rPr>
              <a:t>{</a:t>
            </a:r>
            <a:r>
              <a:rPr lang="en-US" sz="1600" err="1">
                <a:solidFill>
                  <a:srgbClr val="D5DCE8"/>
                </a:solidFill>
                <a:ea typeface="+mn-lt"/>
                <a:cs typeface="+mn-lt"/>
              </a:rPr>
              <a:t>MPI_Finalize</a:t>
            </a:r>
            <a:r>
              <a:rPr lang="en-US" sz="1600">
                <a:solidFill>
                  <a:srgbClr val="D5DCE8"/>
                </a:solidFill>
                <a:ea typeface="+mn-lt"/>
                <a:cs typeface="+mn-lt"/>
              </a:rPr>
              <a:t>} acts as a global barrier, Rank 1 idles while waiting for the others, which drags down its recorded </a:t>
            </a:r>
            <a:r>
              <a:rPr lang="en-US" sz="1600" err="1">
                <a:solidFill>
                  <a:srgbClr val="D5DCE8"/>
                </a:solidFill>
                <a:ea typeface="+mn-lt"/>
                <a:cs typeface="+mn-lt"/>
              </a:rPr>
              <a:t>VTune</a:t>
            </a:r>
            <a:r>
              <a:rPr lang="en-US" sz="1600">
                <a:solidFill>
                  <a:srgbClr val="D5DCE8"/>
                </a:solidFill>
                <a:ea typeface="+mn-lt"/>
                <a:cs typeface="+mn-lt"/>
              </a:rPr>
              <a:t> CPU utilization score.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709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Panel">
            <a:extLst>
              <a:ext uri="{FF2B5EF4-FFF2-40B4-BE49-F238E27FC236}">
                <a16:creationId xmlns:a16="http://schemas.microsoft.com/office/drawing/2014/main" id="{D193B6CE-7D7B-4D8B-AED2-CBE7482F2E5E}"/>
              </a:ext>
            </a:extLst>
          </p:cNvPr>
          <p:cNvSpPr/>
          <p:nvPr/>
        </p:nvSpPr>
        <p:spPr>
          <a:xfrm>
            <a:off x="2222500" y="1752600"/>
            <a:ext cx="7747000" cy="4622800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22293-4842-6064-BCE5-D75C3189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Autofit/>
          </a:bodyPr>
          <a:lstStyle/>
          <a:p>
            <a:r>
              <a:rPr lang="en-US" sz="2800">
                <a:ea typeface="+mj-lt"/>
                <a:cs typeface="+mj-lt"/>
              </a:rPr>
              <a:t>One dedicated node per rank drops time to ~57s (at 8 threads) and achieves a best of ~29s at 48 threads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8D942B-C177-F4CB-DF15-95AA60B5B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900" y="1915160"/>
            <a:ext cx="7442200" cy="4318000"/>
          </a:xfrm>
          <a:prstGeom prst="rect">
            <a:avLst/>
          </a:prstGeom>
        </p:spPr>
      </p:pic>
      <p:sp>
        <p:nvSpPr>
          <p:cNvPr id="4" name="CapLine">
            <a:extLst>
              <a:ext uri="{FF2B5EF4-FFF2-40B4-BE49-F238E27FC236}">
                <a16:creationId xmlns:a16="http://schemas.microsoft.com/office/drawing/2014/main" id="{FD40DB88-1812-43A4-8367-B21ED17F7DAA}"/>
              </a:ext>
            </a:extLst>
          </p:cNvPr>
          <p:cNvSpPr txBox="1"/>
          <p:nvPr/>
        </p:nvSpPr>
        <p:spPr>
          <a:xfrm>
            <a:off x="838200" y="113284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D5DCE8"/>
                </a:solidFill>
                <a:ea typeface="+mn-lt"/>
                <a:cs typeface="+mn-lt"/>
              </a:rPr>
              <a:t>Isolating each simulation on separate nodes eliminates memory contention, while both ranks show perfectly balanced performance confirming previous asymmetries were due to waiting times.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662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F0312-2E35-8E42-8EFD-45DB79DE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889000"/>
          </a:xfrm>
        </p:spPr>
        <p:txBody>
          <a:bodyPr>
            <a:normAutofit/>
          </a:bodyPr>
          <a:lstStyle/>
          <a:p>
            <a:r>
              <a:rPr lang="en-GB" sz="3400" b="1">
                <a:latin typeface="Segoe UI Semibold"/>
                <a:cs typeface="Segoe UI Semibold"/>
              </a:rPr>
              <a:t>Conclusions</a:t>
            </a:r>
          </a:p>
        </p:txBody>
      </p:sp>
      <p:sp>
        <p:nvSpPr>
          <p:cNvPr id="3" name="ConclBody">
            <a:extLst>
              <a:ext uri="{FF2B5EF4-FFF2-40B4-BE49-F238E27FC236}">
                <a16:creationId xmlns:a16="http://schemas.microsoft.com/office/drawing/2014/main" id="{EBA5910D-A192-1E07-FEE5-1B6A74243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3302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>
                <a:solidFill>
                  <a:srgbClr val="4DA3FF"/>
                </a:solidFill>
                <a:ea typeface="+mn-lt"/>
                <a:cs typeface="+mn-lt"/>
              </a:rPr>
              <a:t>The real bottleneck is concurrent disk I/O: </a:t>
            </a:r>
            <a:r>
              <a:rPr lang="en-US" sz="1800">
                <a:solidFill>
                  <a:schemeClr val="tx1"/>
                </a:solidFill>
                <a:ea typeface="+mn-lt"/>
                <a:cs typeface="+mn-lt"/>
              </a:rPr>
              <a:t>Bypassing simultaneous disk I/O bottlenecks transformed the application's scaling, slashing execution time from ~700s down to 61s at $M=10000$.</a:t>
            </a:r>
            <a:endParaRPr lang="en-US" sz="1800">
              <a:solidFill>
                <a:schemeClr val="tx1"/>
              </a:solidFill>
              <a:cs typeface="Segoe UI"/>
            </a:endParaRP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endParaRPr lang="en-US" sz="18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>
                <a:solidFill>
                  <a:srgbClr val="4DA3FF"/>
                </a:solidFill>
                <a:ea typeface="+mn-lt"/>
                <a:cs typeface="+mn-lt"/>
              </a:rPr>
              <a:t>Socket-level memory contention is measurable.</a:t>
            </a:r>
            <a:r>
              <a:rPr lang="en-US" sz="1800">
                <a:ea typeface="+mn-lt"/>
                <a:cs typeface="+mn-lt"/>
              </a:rPr>
              <a:t> Rank 1 alone on a socket finished in 88s against </a:t>
            </a:r>
            <a:r>
              <a:rPr lang="en-US" sz="1800">
                <a:solidFill>
                  <a:srgbClr val="D5DCE8"/>
                </a:solidFill>
                <a:ea typeface="+mn-lt"/>
                <a:cs typeface="+mn-lt"/>
              </a:rPr>
              <a:t>150s </a:t>
            </a:r>
            <a:r>
              <a:rPr lang="en-US" sz="1800">
                <a:ea typeface="+mn-lt"/>
                <a:cs typeface="+mn-lt"/>
              </a:rPr>
              <a:t>for the two ranks sharing the other</a:t>
            </a:r>
            <a:r>
              <a:rPr lang="en-US" sz="1800">
                <a:solidFill>
                  <a:srgbClr val="D5DCE8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endParaRPr lang="en-US" sz="1800">
              <a:ea typeface="+mn-lt"/>
              <a:cs typeface="+mn-lt"/>
            </a:endParaRP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>
                <a:solidFill>
                  <a:srgbClr val="4DA3FF"/>
                </a:solidFill>
                <a:ea typeface="+mn-lt"/>
                <a:cs typeface="+mn-lt"/>
              </a:rPr>
              <a:t>The low utilization was an artifact,</a:t>
            </a:r>
            <a:r>
              <a:rPr lang="en-US" sz="1800">
                <a:ea typeface="+mn-lt"/>
                <a:cs typeface="+mn-lt"/>
              </a:rPr>
              <a:t> not wasted compute. </a:t>
            </a:r>
            <a:r>
              <a:rPr lang="en-US" sz="1800" err="1">
                <a:solidFill>
                  <a:srgbClr val="D5DCE8"/>
                </a:solidFill>
                <a:latin typeface="Segoe UI"/>
                <a:cs typeface="Segoe UI"/>
              </a:rPr>
              <a:t>MPI_Finalize</a:t>
            </a:r>
            <a:r>
              <a:rPr lang="en-US" sz="1800">
                <a:solidFill>
                  <a:srgbClr val="D5DCE8"/>
                </a:solidFill>
                <a:ea typeface="+mn-lt"/>
                <a:cs typeface="+mn-lt"/>
              </a:rPr>
              <a:t> </a:t>
            </a:r>
            <a:r>
              <a:rPr lang="en-US" sz="1800">
                <a:ea typeface="+mn-lt"/>
                <a:cs typeface="+mn-lt"/>
              </a:rPr>
              <a:t>idle time drags down the score of the fastest </a:t>
            </a:r>
            <a:r>
              <a:rPr lang="en-US" sz="1800">
                <a:cs typeface="Segoe UI"/>
              </a:rPr>
              <a:t>rank, a conclusion only the two experiments together support.</a:t>
            </a:r>
            <a:endParaRPr lang="en-US" sz="1800">
              <a:solidFill>
                <a:srgbClr val="D5DCE8"/>
              </a:solidFill>
              <a:cs typeface="Segoe UI"/>
            </a:endParaRPr>
          </a:p>
        </p:txBody>
      </p:sp>
      <p:sp>
        <p:nvSpPr>
          <p:cNvPr id="4" name="ClosingBand">
            <a:extLst>
              <a:ext uri="{FF2B5EF4-FFF2-40B4-BE49-F238E27FC236}">
                <a16:creationId xmlns:a16="http://schemas.microsoft.com/office/drawing/2014/main" id="{B14F5C41-D3AD-44E4-85CB-0BA05FBA3A61}"/>
              </a:ext>
            </a:extLst>
          </p:cNvPr>
          <p:cNvSpPr/>
          <p:nvPr/>
        </p:nvSpPr>
        <p:spPr>
          <a:xfrm>
            <a:off x="838200" y="5130800"/>
            <a:ext cx="10515600" cy="1066800"/>
          </a:xfrm>
          <a:prstGeom prst="roundRect">
            <a:avLst>
              <a:gd name="adj" fmla="val 12000"/>
            </a:avLst>
          </a:prstGeom>
          <a:solidFill>
            <a:srgbClr val="1E2431"/>
          </a:solidFill>
          <a:ln w="19050" cap="flat" cmpd="sng" algn="ctr">
            <a:solidFill>
              <a:srgbClr val="4DA3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Best configuration: </a:t>
            </a:r>
            <a:r>
              <a:rPr lang="en-US" sz="1800" dirty="0">
                <a:solidFill>
                  <a:srgbClr val="D5DCE8"/>
                </a:solidFill>
              </a:rPr>
              <a:t>one dedicated node per rank, 48 OpenMP threads — about 29s at M=15000, with CPU utilization at 48%.</a:t>
            </a:r>
          </a:p>
        </p:txBody>
      </p:sp>
    </p:spTree>
    <p:extLst>
      <p:ext uri="{BB962C8B-B14F-4D97-AF65-F5344CB8AC3E}">
        <p14:creationId xmlns:p14="http://schemas.microsoft.com/office/powerpoint/2010/main" val="343617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08E7-60EF-A302-247B-BFBD34D17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54200"/>
            <a:ext cx="5334000" cy="203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3600" b="1">
                <a:solidFill>
                  <a:srgbClr val="FFFFFF"/>
                </a:solidFill>
              </a:rPr>
              <a:t>Colorized Wave Simulation on GPU</a:t>
            </a:r>
          </a:p>
          <a:p>
            <a:pPr algn="l">
              <a:buNone/>
            </a:pPr>
            <a:r>
              <a:rPr lang="en-US" sz="2000" b="1">
                <a:solidFill>
                  <a:srgbClr val="4DA3FF"/>
                </a:solidFill>
              </a:rPr>
              <a:t>Assignment 3 — MPI + OpenMP + CUDA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44608-10D2-C87D-180C-1646E78BF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89400"/>
            <a:ext cx="5334000" cy="16256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800">
                <a:solidFill>
                  <a:srgbClr val="D5DCE8"/>
                </a:solidFill>
              </a:rPr>
              <a:t>Profiled on HPC@PoliTO (Legion), edu_a40 and edu_v100</a:t>
            </a:r>
          </a:p>
          <a:p>
            <a:pPr algn="l">
              <a:buNone/>
            </a:pPr>
            <a:r>
              <a:rPr lang="en-US" sz="1600" i="1">
                <a:solidFill>
                  <a:srgbClr val="B9C4D4"/>
                </a:solidFill>
              </a:rPr>
              <a:t>Finding: the bottleneck is file I/O, not compute</a:t>
            </a:r>
          </a:p>
        </p:txBody>
      </p:sp>
      <p:pic>
        <p:nvPicPr>
          <p:cNvPr id="4" name="Video Project Def">
            <a:hlinkClick r:id="" action="ppaction://media"/>
            <a:extLst>
              <a:ext uri="{FF2B5EF4-FFF2-40B4-BE49-F238E27FC236}">
                <a16:creationId xmlns:a16="http://schemas.microsoft.com/office/drawing/2014/main" id="{A8D3C5F8-A258-2740-8D00-1AF11DEEEC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71628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8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FC28-5C43-54C0-7947-2432D9C3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>
                <a:solidFill>
                  <a:srgbClr val="FFFFFF"/>
                </a:solidFill>
              </a:rPr>
              <a:t>Three independent scenarios, one shared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B9C2E-E504-0097-7701-E072BCFE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4DA3FF"/>
                </a:solidFill>
              </a:rPr>
              <a:t>Per-rank pipeline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/>
              <a:t>3 MPI ranks, one scenario each: a single impulse; two impulses starting together; two impulses with the second delayed to N/ 7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/>
              <a:t>OpenMP </a:t>
            </a:r>
            <a:r>
              <a:rPr lang="en-US" sz="1600" dirty="0">
                <a:solidFill>
                  <a:srgbClr val="D5DCE8"/>
                </a:solidFill>
              </a:rPr>
              <a:t>5-point Laplacian stencil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CUDA kernel maps each value to RGB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Per-frame adaptive </a:t>
            </a:r>
            <a:r>
              <a:rPr lang="en-US" sz="1600" dirty="0" err="1">
                <a:solidFill>
                  <a:srgbClr val="D5DCE8"/>
                </a:solidFill>
              </a:rPr>
              <a:t>colour</a:t>
            </a:r>
            <a:r>
              <a:rPr lang="en-US" sz="1600" dirty="0">
                <a:solidFill>
                  <a:srgbClr val="D5DCE8"/>
                </a:solidFill>
              </a:rPr>
              <a:t> scale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ASCII P3 PPM frame written each step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61BB9-30DE-401A-AB68-53B4CFE1D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F26B21"/>
                </a:solidFill>
              </a:rPr>
              <a:t>Cluster: HPC@PoliTO (Legion)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edu_a40 — 2x24 cores + SMT, 4x A40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edu_v100 — 32 cores, 4x V100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Job requests --gres=gpu:1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All three ranks share one GPU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Nsight Compute blocked: ERR_NVGPUCTRPERM</a:t>
            </a:r>
          </a:p>
        </p:txBody>
      </p:sp>
      <p:sp>
        <p:nvSpPr>
          <p:cNvPr id="40" name="StripLabel"/>
          <p:cNvSpPr txBox="1"/>
          <p:nvPr/>
        </p:nvSpPr>
        <p:spPr>
          <a:xfrm>
            <a:off x="838200" y="449580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>
                <a:solidFill>
                  <a:srgbClr val="9AA7B8"/>
                </a:solidFill>
              </a:rPr>
              <a:t>Per-frame output path</a:t>
            </a:r>
          </a:p>
        </p:txBody>
      </p:sp>
      <p:sp>
        <p:nvSpPr>
          <p:cNvPr id="50" name="Step0"/>
          <p:cNvSpPr/>
          <p:nvPr/>
        </p:nvSpPr>
        <p:spPr>
          <a:xfrm>
            <a:off x="838200" y="4851400"/>
            <a:ext cx="1778000" cy="863600"/>
          </a:xfrm>
          <a:prstGeom prst="homePlate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compute_next</a:t>
            </a:r>
          </a:p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(OpenMP)</a:t>
            </a:r>
          </a:p>
        </p:txBody>
      </p:sp>
      <p:sp>
        <p:nvSpPr>
          <p:cNvPr id="51" name="Step1"/>
          <p:cNvSpPr/>
          <p:nvPr/>
        </p:nvSpPr>
        <p:spPr>
          <a:xfrm>
            <a:off x="25654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H2D copy</a:t>
            </a:r>
          </a:p>
        </p:txBody>
      </p:sp>
      <p:sp>
        <p:nvSpPr>
          <p:cNvPr id="52" name="Step2"/>
          <p:cNvSpPr/>
          <p:nvPr/>
        </p:nvSpPr>
        <p:spPr>
          <a:xfrm>
            <a:off x="42926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colorize</a:t>
            </a:r>
          </a:p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kernel</a:t>
            </a:r>
          </a:p>
        </p:txBody>
      </p:sp>
      <p:sp>
        <p:nvSpPr>
          <p:cNvPr id="53" name="Step3"/>
          <p:cNvSpPr/>
          <p:nvPr/>
        </p:nvSpPr>
        <p:spPr>
          <a:xfrm>
            <a:off x="60198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D2H copy</a:t>
            </a:r>
          </a:p>
        </p:txBody>
      </p:sp>
      <p:sp>
        <p:nvSpPr>
          <p:cNvPr id="54" name="Step4"/>
          <p:cNvSpPr/>
          <p:nvPr/>
        </p:nvSpPr>
        <p:spPr>
          <a:xfrm>
            <a:off x="7747000" y="4851400"/>
            <a:ext cx="1778000" cy="863600"/>
          </a:xfrm>
          <a:prstGeom prst="chevron">
            <a:avLst/>
          </a:prstGeom>
          <a:solidFill>
            <a:srgbClr val="8A4A12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FFFFFF"/>
                </a:solidFill>
              </a:rPr>
              <a:t>ASCII format</a:t>
            </a:r>
          </a:p>
        </p:txBody>
      </p:sp>
      <p:sp>
        <p:nvSpPr>
          <p:cNvPr id="55" name="Step5"/>
          <p:cNvSpPr/>
          <p:nvPr/>
        </p:nvSpPr>
        <p:spPr>
          <a:xfrm>
            <a:off x="9474200" y="4851400"/>
            <a:ext cx="1778000" cy="863600"/>
          </a:xfrm>
          <a:prstGeom prst="chevron">
            <a:avLst/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>
                <a:solidFill>
                  <a:srgbClr val="12141A"/>
                </a:solidFill>
              </a:rPr>
              <a:t>disk write</a:t>
            </a:r>
          </a:p>
          <a:p>
            <a:pPr algn="ctr">
              <a:buNone/>
            </a:pPr>
            <a:r>
              <a:rPr lang="en-US" sz="1400" b="1">
                <a:solidFill>
                  <a:srgbClr val="12141A"/>
                </a:solidFill>
              </a:rPr>
              <a:t>(fwrite)</a:t>
            </a:r>
          </a:p>
        </p:txBody>
      </p:sp>
      <p:sp>
        <p:nvSpPr>
          <p:cNvPr id="70" name="StripNote"/>
          <p:cNvSpPr txBox="1"/>
          <p:nvPr/>
        </p:nvSpPr>
        <p:spPr>
          <a:xfrm>
            <a:off x="5664200" y="5867400"/>
            <a:ext cx="56896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buNone/>
            </a:pPr>
            <a:r>
              <a:rPr lang="en-US" sz="1500" i="1">
                <a:solidFill>
                  <a:srgbClr val="F4B183"/>
                </a:solidFill>
              </a:rPr>
              <a:t>These last two carry ~99% of the frame cost</a:t>
            </a:r>
          </a:p>
        </p:txBody>
      </p:sp>
    </p:spTree>
    <p:extLst>
      <p:ext uri="{BB962C8B-B14F-4D97-AF65-F5344CB8AC3E}">
        <p14:creationId xmlns:p14="http://schemas.microsoft.com/office/powerpoint/2010/main" val="2191694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4434-8FFB-E2CF-1AE2-7122B173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889000"/>
          </a:xfrm>
        </p:spPr>
        <p:txBody>
          <a:bodyPr>
            <a:noAutofit/>
          </a:bodyPr>
          <a:lstStyle/>
          <a:p>
            <a:r>
              <a:rPr lang="en-US" sz="2600" b="1"/>
              <a:t>Near-ideal O(M²) scaling — and GPU colorize+write dominates throughout</a:t>
            </a:r>
            <a:endParaRPr lang="en-GB" sz="2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01CB2-055F-48F9-B0F0-75A63F633C33}"/>
              </a:ext>
            </a:extLst>
          </p:cNvPr>
          <p:cNvSpPr txBox="1"/>
          <p:nvPr/>
        </p:nvSpPr>
        <p:spPr>
          <a:xfrm>
            <a:off x="838200" y="11938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128 → 256 costs only 2.1×, 2048 → 4096 costs 4.1× (ideal quadratic). At M=4096, GPU colorize+write is ~97.6% of total time; compute_next ~2.4%.</a:t>
            </a:r>
          </a:p>
        </p:txBody>
      </p:sp>
      <p:sp>
        <p:nvSpPr>
          <p:cNvPr id="95" name="ChartPanel"/>
          <p:cNvSpPr/>
          <p:nvPr/>
        </p:nvSpPr>
        <p:spPr>
          <a:xfrm>
            <a:off x="609600" y="1676400"/>
            <a:ext cx="10972800" cy="4668982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68F16-39DF-61F0-1A87-19F1CB8F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28800"/>
            <a:ext cx="10668000" cy="4364182"/>
          </a:xfrm>
          <a:prstGeom prst="rect">
            <a:avLst/>
          </a:prstGeom>
        </p:spPr>
      </p:pic>
      <p:sp>
        <p:nvSpPr>
          <p:cNvPr id="90" name="CapNote"/>
          <p:cNvSpPr txBox="1"/>
          <p:nvPr/>
        </p:nvSpPr>
        <p:spPr>
          <a:xfrm>
            <a:off x="838200" y="642620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B9C4D4"/>
                </a:solidFill>
              </a:rPr>
              <a:t>Sweep capped at M=4096: an ASCII PPM frame is already ~100–130MB there, so M=15000 would mean multi-gigabyte frames across 50 steps and 3 ranks.</a:t>
            </a:r>
          </a:p>
        </p:txBody>
      </p:sp>
    </p:spTree>
    <p:extLst>
      <p:ext uri="{BB962C8B-B14F-4D97-AF65-F5344CB8AC3E}">
        <p14:creationId xmlns:p14="http://schemas.microsoft.com/office/powerpoint/2010/main" val="1128243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2663-95B0-7881-5716-3BD43834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635000"/>
          </a:xfrm>
        </p:spPr>
        <p:txBody>
          <a:bodyPr>
            <a:normAutofit/>
          </a:bodyPr>
          <a:lstStyle/>
          <a:p>
            <a:r>
              <a:rPr lang="en-US" sz="2800" b="1"/>
              <a:t>The disk write is 94.6% of the frame cost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140F8-24B0-4E6C-B0A0-DAC9992F48E5}"/>
              </a:ext>
            </a:extLst>
          </p:cNvPr>
          <p:cNvSpPr txBox="1"/>
          <p:nvPr/>
        </p:nvSpPr>
        <p:spPr>
          <a:xfrm>
            <a:off x="838200" y="1041400"/>
            <a:ext cx="1051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At M=4096: write ~94.6%, ASCII format ~4.3%, H2D+kernel+D2H ~1% combined — so parallelizing the ASCII formatting was measured, then rejected.</a:t>
            </a:r>
            <a:endParaRPr lang="en-GB" sz="1600">
              <a:solidFill>
                <a:srgbClr val="4DA3FF"/>
              </a:solidFill>
            </a:endParaRPr>
          </a:p>
        </p:txBody>
      </p:sp>
      <p:sp>
        <p:nvSpPr>
          <p:cNvPr id="95" name="ChartPanel"/>
          <p:cNvSpPr/>
          <p:nvPr/>
        </p:nvSpPr>
        <p:spPr>
          <a:xfrm>
            <a:off x="609600" y="1600200"/>
            <a:ext cx="10972800" cy="4749800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4D453-6192-747C-B7DA-CCD28481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2600"/>
            <a:ext cx="10668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56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Panel">
            <a:extLst>
              <a:ext uri="{FF2B5EF4-FFF2-40B4-BE49-F238E27FC236}">
                <a16:creationId xmlns:a16="http://schemas.microsoft.com/office/drawing/2014/main" id="{F8C8CC7B-DDE1-4E93-8C82-C81696CCB521}"/>
              </a:ext>
            </a:extLst>
          </p:cNvPr>
          <p:cNvSpPr/>
          <p:nvPr/>
        </p:nvSpPr>
        <p:spPr>
          <a:xfrm>
            <a:off x="4953000" y="1270000"/>
            <a:ext cx="6400800" cy="42037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648DB-5495-C17D-22C4-58128C2D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635000"/>
          </a:xfrm>
        </p:spPr>
        <p:txBody>
          <a:bodyPr>
            <a:normAutofit/>
          </a:bodyPr>
          <a:lstStyle/>
          <a:p>
            <a:r>
              <a:rPr lang="en-US" sz="2800" b="1"/>
              <a:t>It isn't fwrite — it's fclose, on both GPU generations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180DB-874C-4F94-8F66-DA1BAF03EAEC}"/>
              </a:ext>
            </a:extLst>
          </p:cNvPr>
          <p:cNvSpPr txBox="1"/>
          <p:nvPr/>
        </p:nvSpPr>
        <p:spPr>
          <a:xfrm>
            <a:off x="838200" y="1143000"/>
            <a:ext cx="3937000" cy="322652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>
                <a:solidFill>
                  <a:srgbClr val="D5DCE8"/>
                </a:solidFill>
              </a:rPr>
              <a:t>Nsight Systems OS Runtime Summary, rank 0. </a:t>
            </a:r>
            <a:r>
              <a:rPr lang="en-US" sz="1600" dirty="0" err="1">
                <a:solidFill>
                  <a:srgbClr val="D5DCE8"/>
                </a:solidFill>
              </a:rPr>
              <a:t>fclose</a:t>
            </a:r>
            <a:r>
              <a:rPr lang="en-US" sz="1600" dirty="0">
                <a:solidFill>
                  <a:srgbClr val="D5DCE8"/>
                </a:solidFill>
              </a:rPr>
              <a:t> ~18% vs. </a:t>
            </a:r>
            <a:r>
              <a:rPr lang="en-US" sz="1600" dirty="0" err="1">
                <a:solidFill>
                  <a:srgbClr val="D5DCE8"/>
                </a:solidFill>
              </a:rPr>
              <a:t>fwrite</a:t>
            </a:r>
            <a:r>
              <a:rPr lang="en-US" sz="1600" dirty="0">
                <a:solidFill>
                  <a:srgbClr val="D5DCE8"/>
                </a:solidFill>
              </a:rPr>
              <a:t> ~0.6% — roughly 30× the call it follows.</a:t>
            </a:r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D5DCE8"/>
                </a:solidFill>
              </a:rPr>
              <a:t>Profile is near-identical on A40 and V100, so the bottleneck is I/O and synchronization, not GPU hardware.</a:t>
            </a:r>
          </a:p>
          <a:p>
            <a:pPr>
              <a:spcBef>
                <a:spcPts val="700"/>
              </a:spcBef>
            </a:pPr>
            <a:r>
              <a:rPr lang="en-US" sz="1600" dirty="0">
                <a:solidFill>
                  <a:srgbClr val="D5DCE8"/>
                </a:solidFill>
              </a:rPr>
              <a:t>Despite this near-identical OS-runtime split, the whole production run was about 3× slower end-to-end on V100 — consistent with H2D transfer time rising from ~52% to ~67% of GPU time on the older card.</a:t>
            </a:r>
            <a:endParaRPr lang="en-GB" sz="1600" dirty="0">
              <a:solidFill>
                <a:srgbClr val="D5DCE8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E74D8-CEA2-41B1-9FCE-E65CDE59987C}"/>
              </a:ext>
            </a:extLst>
          </p:cNvPr>
          <p:cNvSpPr txBox="1"/>
          <p:nvPr/>
        </p:nvSpPr>
        <p:spPr>
          <a:xfrm>
            <a:off x="838200" y="5869801"/>
            <a:ext cx="105918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500" i="1" dirty="0" err="1">
                <a:solidFill>
                  <a:srgbClr val="D5DCE8"/>
                </a:solidFill>
              </a:rPr>
              <a:t>epoll_wait</a:t>
            </a:r>
            <a:r>
              <a:rPr lang="en-US" sz="1500" i="1" dirty="0">
                <a:solidFill>
                  <a:srgbClr val="D5DCE8"/>
                </a:solidFill>
              </a:rPr>
              <a:t> ~52% + poll ~25%: a follow-up MPI trace ruled out application-level MPI — </a:t>
            </a:r>
            <a:r>
              <a:rPr lang="en-US" sz="1500" i="1" dirty="0" err="1">
                <a:solidFill>
                  <a:srgbClr val="D5DCE8"/>
                </a:solidFill>
              </a:rPr>
              <a:t>Allreduce</a:t>
            </a:r>
            <a:r>
              <a:rPr lang="en-US" sz="1500" i="1" dirty="0">
                <a:solidFill>
                  <a:srgbClr val="D5DCE8"/>
                </a:solidFill>
              </a:rPr>
              <a:t> itself is 13.7ms, under 2% of that time. More likely OpenMPI’s UCX/InfiniBand transport layer idling in the background.</a:t>
            </a:r>
            <a:endParaRPr lang="en-GB" sz="1500" i="1" dirty="0">
              <a:solidFill>
                <a:srgbClr val="D5DCE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53E0E-FC6A-9C85-4E29-86AC66B7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422400"/>
            <a:ext cx="6096000" cy="3898900"/>
          </a:xfrm>
          <a:prstGeom prst="rect">
            <a:avLst/>
          </a:prstGeom>
        </p:spPr>
      </p:pic>
      <p:sp>
        <p:nvSpPr>
          <p:cNvPr id="80" name="Stat80"/>
          <p:cNvSpPr/>
          <p:nvPr/>
        </p:nvSpPr>
        <p:spPr>
          <a:xfrm>
            <a:off x="838200" y="4546600"/>
            <a:ext cx="1778000" cy="10160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26B21"/>
                </a:solidFill>
              </a:rPr>
              <a:t>18.3%</a:t>
            </a:r>
          </a:p>
          <a:p>
            <a:pPr algn="ctr">
              <a:buNone/>
            </a:pPr>
            <a:r>
              <a:rPr lang="en-US" sz="1400" dirty="0" err="1">
                <a:solidFill>
                  <a:srgbClr val="D5DCE8"/>
                </a:solidFill>
              </a:rPr>
              <a:t>fclose</a:t>
            </a:r>
            <a:endParaRPr lang="en-US" sz="1400" dirty="0">
              <a:solidFill>
                <a:srgbClr val="D5DCE8"/>
              </a:solidFill>
            </a:endParaRPr>
          </a:p>
        </p:txBody>
      </p:sp>
      <p:sp>
        <p:nvSpPr>
          <p:cNvPr id="81" name="Stat81"/>
          <p:cNvSpPr/>
          <p:nvPr/>
        </p:nvSpPr>
        <p:spPr>
          <a:xfrm>
            <a:off x="2768600" y="4546600"/>
            <a:ext cx="1778000" cy="10160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800" b="1" dirty="0">
                <a:solidFill>
                  <a:srgbClr val="4DA3FF"/>
                </a:solidFill>
              </a:rPr>
              <a:t>0.6%</a:t>
            </a:r>
          </a:p>
          <a:p>
            <a:pPr algn="ctr">
              <a:buNone/>
            </a:pPr>
            <a:r>
              <a:rPr lang="en-US" sz="1400" dirty="0" err="1">
                <a:solidFill>
                  <a:srgbClr val="D5DCE8"/>
                </a:solidFill>
              </a:rPr>
              <a:t>fwrite</a:t>
            </a:r>
            <a:endParaRPr lang="en-US" sz="1400" dirty="0">
              <a:solidFill>
                <a:srgbClr val="D5DC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Panel">
            <a:extLst>
              <a:ext uri="{FF2B5EF4-FFF2-40B4-BE49-F238E27FC236}">
                <a16:creationId xmlns:a16="http://schemas.microsoft.com/office/drawing/2014/main" id="{5F4BA607-8CB8-4C5E-B08F-C7E6A4245158}"/>
              </a:ext>
            </a:extLst>
          </p:cNvPr>
          <p:cNvSpPr/>
          <p:nvPr/>
        </p:nvSpPr>
        <p:spPr>
          <a:xfrm>
            <a:off x="838200" y="1879600"/>
            <a:ext cx="10515600" cy="4470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9EABC-FE26-31AA-31FE-563B5B56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Threads buy nothing: flat from 1 to 32 threads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FC594-857F-4E21-9BA6-1A28C9E3ABBF}"/>
              </a:ext>
            </a:extLst>
          </p:cNvPr>
          <p:cNvSpPr txBox="1"/>
          <p:nvPr/>
        </p:nvSpPr>
        <p:spPr>
          <a:xfrm>
            <a:off x="838200" y="1016000"/>
            <a:ext cx="105156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>
                <a:solidFill>
                  <a:srgbClr val="D5DCE8"/>
                </a:solidFill>
              </a:rPr>
              <a:t>M=4096: both curves flat, never above ~1.2×; compute-only plateaus by 2 threads. </a:t>
            </a:r>
            <a:r>
              <a:rPr lang="en-US" sz="1600" dirty="0" err="1">
                <a:solidFill>
                  <a:srgbClr val="D5DCE8"/>
                </a:solidFill>
              </a:rPr>
              <a:t>VTune</a:t>
            </a:r>
            <a:r>
              <a:rPr lang="en-US" sz="1600" dirty="0">
                <a:solidFill>
                  <a:srgbClr val="D5DCE8"/>
                </a:solidFill>
              </a:rPr>
              <a:t> confirms it’s bandwidth, not fork/join overhead: no barrier hotspot at either thread count, and </a:t>
            </a:r>
            <a:r>
              <a:rPr lang="en-US" sz="1600" dirty="0" err="1">
                <a:solidFill>
                  <a:srgbClr val="D5DCE8"/>
                </a:solidFill>
              </a:rPr>
              <a:t>compute_next’s</a:t>
            </a:r>
            <a:r>
              <a:rPr lang="en-US" sz="1600" dirty="0">
                <a:solidFill>
                  <a:srgbClr val="D5DCE8"/>
                </a:solidFill>
              </a:rPr>
              <a:t> own cost stays flat (3.43s to 3.21s) from 4 to 32 threads.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2C08C-5CF0-8B71-87B3-8A909A1C7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32000"/>
            <a:ext cx="102108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26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Panel">
            <a:extLst>
              <a:ext uri="{FF2B5EF4-FFF2-40B4-BE49-F238E27FC236}">
                <a16:creationId xmlns:a16="http://schemas.microsoft.com/office/drawing/2014/main" id="{163E3EC2-6F4F-40C5-AE3C-E9CE08789B4C}"/>
              </a:ext>
            </a:extLst>
          </p:cNvPr>
          <p:cNvSpPr/>
          <p:nvPr/>
        </p:nvSpPr>
        <p:spPr>
          <a:xfrm>
            <a:off x="4902200" y="1270000"/>
            <a:ext cx="6451600" cy="42545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532D6-0C3F-5581-A079-741BFB4A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Bigger CUDA blocks win: ~12% from 32 to 1024 threads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B5D7D-0820-4358-A56A-94B2E49F76E4}"/>
              </a:ext>
            </a:extLst>
          </p:cNvPr>
          <p:cNvSpPr txBox="1"/>
          <p:nvPr/>
        </p:nvSpPr>
        <p:spPr>
          <a:xfrm>
            <a:off x="838200" y="1193800"/>
            <a:ext cx="3810000" cy="270843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>
                <a:solidFill>
                  <a:srgbClr val="D5DCE8"/>
                </a:solidFill>
              </a:rPr>
              <a:t>M=4096, GPU colorize + write time.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D5DCE8"/>
                </a:solidFill>
              </a:rPr>
              <a:t>Time falls roughly monotonically with block size: ~83s at 32 threads/block down to ~73s at 1024, with a minor plateau between 128 and 512.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D5DCE8"/>
                </a:solidFill>
              </a:rPr>
              <a:t>Not independently confirmed: a noisier earlier sweep at M=1024 trended the other way at the high end, and Nsight Compute is blocked, so there is no occupancy-level explanation.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E87DA-0295-450C-E4DA-3902BFF5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1422400"/>
            <a:ext cx="6146800" cy="3949700"/>
          </a:xfrm>
          <a:prstGeom prst="rect">
            <a:avLst/>
          </a:prstGeom>
        </p:spPr>
      </p:pic>
      <p:sp>
        <p:nvSpPr>
          <p:cNvPr id="84" name="Stat84"/>
          <p:cNvSpPr/>
          <p:nvPr/>
        </p:nvSpPr>
        <p:spPr>
          <a:xfrm>
            <a:off x="838200" y="42672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F26B21"/>
                </a:solidFill>
              </a:rPr>
              <a:t>~83s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32 threads/block</a:t>
            </a:r>
          </a:p>
        </p:txBody>
      </p:sp>
      <p:sp>
        <p:nvSpPr>
          <p:cNvPr id="85" name="Stat85"/>
          <p:cNvSpPr/>
          <p:nvPr/>
        </p:nvSpPr>
        <p:spPr>
          <a:xfrm>
            <a:off x="2768600" y="42672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4DA3FF"/>
                </a:solidFill>
              </a:rPr>
              <a:t>~73s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1024 threads/block</a:t>
            </a:r>
          </a:p>
        </p:txBody>
      </p:sp>
    </p:spTree>
    <p:extLst>
      <p:ext uri="{BB962C8B-B14F-4D97-AF65-F5344CB8AC3E}">
        <p14:creationId xmlns:p14="http://schemas.microsoft.com/office/powerpoint/2010/main" val="173680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Panel">
            <a:extLst>
              <a:ext uri="{FF2B5EF4-FFF2-40B4-BE49-F238E27FC236}">
                <a16:creationId xmlns:a16="http://schemas.microsoft.com/office/drawing/2014/main" id="{49FD07FF-C12D-4E44-BB14-AE19F4128DE6}"/>
              </a:ext>
            </a:extLst>
          </p:cNvPr>
          <p:cNvSpPr/>
          <p:nvPr/>
        </p:nvSpPr>
        <p:spPr>
          <a:xfrm>
            <a:off x="4902200" y="1498600"/>
            <a:ext cx="6451600" cy="368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682C0-F2B0-1E63-CED1-44D2A7A5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Sharing the GPU is free; sharing the filesystem is not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4535A-5F04-46DB-A28E-FB66D19BEF8E}"/>
              </a:ext>
            </a:extLst>
          </p:cNvPr>
          <p:cNvSpPr txBox="1"/>
          <p:nvPr/>
        </p:nvSpPr>
        <p:spPr>
          <a:xfrm>
            <a:off x="838200" y="1219200"/>
            <a:ext cx="38100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D5DCE8"/>
                </a:solidFill>
              </a:rPr>
              <a:t>M=2048, 50 steps, 4 threads — sim1's workload isolated in each mode.
Dedicating a GPU per rank changes nothing: distributed (21.25s) is ~2% slower than shared (20.84s), within noise. Solo is ~50% faster because it is the only mode with a single writer. Multi-node (18.76s) removes host-local contention but still writes to the same shared filesystem.</a:t>
            </a:r>
            <a:endParaRPr lang="en-GB" sz="1500">
              <a:solidFill>
                <a:srgbClr val="D5DCE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1B0B1-51E9-1213-3749-B58FC4BB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1651000"/>
            <a:ext cx="6146800" cy="3378200"/>
          </a:xfrm>
          <a:prstGeom prst="rect">
            <a:avLst/>
          </a:prstGeom>
        </p:spPr>
      </p:pic>
      <p:sp>
        <p:nvSpPr>
          <p:cNvPr id="82" name="Stat82"/>
          <p:cNvSpPr/>
          <p:nvPr/>
        </p:nvSpPr>
        <p:spPr>
          <a:xfrm>
            <a:off x="838200" y="42164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4DA3FF"/>
                </a:solidFill>
              </a:rPr>
              <a:t>9.47s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solo, one writer</a:t>
            </a:r>
          </a:p>
        </p:txBody>
      </p:sp>
      <p:sp>
        <p:nvSpPr>
          <p:cNvPr id="83" name="Stat83"/>
          <p:cNvSpPr/>
          <p:nvPr/>
        </p:nvSpPr>
        <p:spPr>
          <a:xfrm>
            <a:off x="2768600" y="42164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F26B21"/>
                </a:solidFill>
              </a:rPr>
              <a:t>20.84s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3 concurrent writers</a:t>
            </a:r>
          </a:p>
        </p:txBody>
      </p:sp>
    </p:spTree>
    <p:extLst>
      <p:ext uri="{BB962C8B-B14F-4D97-AF65-F5344CB8AC3E}">
        <p14:creationId xmlns:p14="http://schemas.microsoft.com/office/powerpoint/2010/main" val="1790477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AF83-3BC0-73C1-5E9E-9902F6F6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>
                <a:solidFill>
                  <a:srgbClr val="FFFFFF"/>
                </a:solidFill>
              </a:rPr>
              <a:t>Measure first, then optimize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05DB-EB07-F1A4-0FFB-BD9DB717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I/O dominates.</a:t>
            </a:r>
            <a:r>
              <a:rPr lang="en-US" sz="1800" dirty="0">
                <a:solidFill>
                  <a:srgbClr val="D5DCE8"/>
                </a:solidFill>
              </a:rPr>
              <a:t> Colorization kernel ~1% of frame time, </a:t>
            </a:r>
            <a:r>
              <a:rPr lang="en-US" sz="1800" dirty="0" err="1">
                <a:solidFill>
                  <a:srgbClr val="D5DCE8"/>
                </a:solidFill>
              </a:rPr>
              <a:t>compute_next</a:t>
            </a:r>
            <a:r>
              <a:rPr lang="en-US" sz="1800" dirty="0">
                <a:solidFill>
                  <a:srgbClr val="D5DCE8"/>
                </a:solidFill>
              </a:rPr>
              <a:t> ~2% — the cost is per-frame file I/O, concentrated at </a:t>
            </a:r>
            <a:r>
              <a:rPr lang="en-US" sz="1800" dirty="0" err="1">
                <a:solidFill>
                  <a:srgbClr val="D5DCE8"/>
                </a:solidFill>
              </a:rPr>
              <a:t>fclose</a:t>
            </a:r>
            <a:r>
              <a:rPr lang="en-US" sz="1800" dirty="0">
                <a:solidFill>
                  <a:srgbClr val="D5DCE8"/>
                </a:solidFill>
              </a:rPr>
              <a:t>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Confirmed across hardware.</a:t>
            </a:r>
            <a:r>
              <a:rPr lang="en-US" sz="1800" dirty="0">
                <a:solidFill>
                  <a:srgbClr val="D5DCE8"/>
                </a:solidFill>
              </a:rPr>
              <a:t> The OS-runtime profile is near-identical on A40 and V100, so it is not GPU-specific.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ASCII formatting: rejected.</a:t>
            </a:r>
            <a:r>
              <a:rPr lang="en-US" sz="1800" dirty="0">
                <a:solidFill>
                  <a:srgbClr val="D5DCE8"/>
                </a:solidFill>
              </a:rPr>
              <a:t> At ~4% of </a:t>
            </a:r>
            <a:r>
              <a:rPr lang="en-US" sz="1800" dirty="0" err="1">
                <a:solidFill>
                  <a:srgbClr val="D5DCE8"/>
                </a:solidFill>
              </a:rPr>
              <a:t>color_time</a:t>
            </a:r>
            <a:r>
              <a:rPr lang="en-US" sz="1800" dirty="0">
                <a:solidFill>
                  <a:srgbClr val="D5DCE8"/>
                </a:solidFill>
              </a:rPr>
              <a:t>, parallelizing it could not repay the added complexity.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Adaptive </a:t>
            </a:r>
            <a:r>
              <a:rPr lang="en-US" sz="1800" b="1" dirty="0" err="1">
                <a:solidFill>
                  <a:srgbClr val="4DA3FF"/>
                </a:solidFill>
              </a:rPr>
              <a:t>colour</a:t>
            </a:r>
            <a:r>
              <a:rPr lang="en-US" sz="1800" b="1" dirty="0">
                <a:solidFill>
                  <a:srgbClr val="4DA3FF"/>
                </a:solidFill>
              </a:rPr>
              <a:t> scale: adopted.</a:t>
            </a:r>
            <a:r>
              <a:rPr lang="en-US" sz="1800" dirty="0">
                <a:solidFill>
                  <a:srgbClr val="D5DCE8"/>
                </a:solidFill>
              </a:rPr>
              <a:t> Raw pixel data showed a fixed scale goes pale almost immediately.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Contention is filesystem, not GPU.</a:t>
            </a:r>
            <a:r>
              <a:rPr lang="en-US" sz="1800" dirty="0">
                <a:solidFill>
                  <a:srgbClr val="D5DCE8"/>
                </a:solidFill>
              </a:rPr>
              <a:t> Four execution modes settled it by measurement, not by spec sheet.</a:t>
            </a:r>
          </a:p>
        </p:txBody>
      </p:sp>
      <p:sp>
        <p:nvSpPr>
          <p:cNvPr id="88" name="ClosingBand"/>
          <p:cNvSpPr/>
          <p:nvPr/>
        </p:nvSpPr>
        <p:spPr>
          <a:xfrm>
            <a:off x="838200" y="5156200"/>
            <a:ext cx="10515600" cy="1066800"/>
          </a:xfrm>
          <a:prstGeom prst="roundRect">
            <a:avLst>
              <a:gd name="adj" fmla="val 6000"/>
            </a:avLst>
          </a:prstGeom>
          <a:solidFill>
            <a:srgbClr val="1E2431"/>
          </a:solidFill>
          <a:ln w="19050">
            <a:solidFill>
              <a:srgbClr val="4DA3FF"/>
            </a:solidFill>
          </a:ln>
        </p:spPr>
        <p:txBody>
          <a:bodyPr wrap="square" lIns="152400" tIns="76200" rIns="152400" bIns="7620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</a:rPr>
              <a:t>Every optimization decision here was made after measuring — </a:t>
            </a:r>
            <a:r>
              <a:rPr lang="en-US" sz="2000" b="1">
                <a:solidFill>
                  <a:srgbClr val="4DA3FF"/>
                </a:solidFill>
              </a:rPr>
              <a:t>none assumed from the physics or the spec sheet.</a:t>
            </a:r>
          </a:p>
        </p:txBody>
      </p:sp>
    </p:spTree>
    <p:extLst>
      <p:ext uri="{BB962C8B-B14F-4D97-AF65-F5344CB8AC3E}">
        <p14:creationId xmlns:p14="http://schemas.microsoft.com/office/powerpoint/2010/main" val="4136520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AF83-3BC0-73C1-5E9E-9902F6F6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rgbClr val="EDF1F7"/>
                </a:solidFill>
                <a:latin typeface="Segoe UI Semibold"/>
                <a:cs typeface="Segoe UI Semibold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05DB-EB07-F1A4-0FFB-BD9DB717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l">
              <a:spcBef>
                <a:spcPts val="900"/>
              </a:spcBef>
              <a:buClr>
                <a:srgbClr val="4DA3FF"/>
              </a:buClr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Assignment 1 — OpenMP.</a:t>
            </a:r>
            <a:r>
              <a:rPr lang="en-US" sz="1800" dirty="0">
                <a:solidFill>
                  <a:srgbClr val="EDF1F7"/>
                </a:solidFill>
              </a:rPr>
              <a:t> Speedup stalls at 11.1x on 96 threads with I/O; removing the writes and using schedule(static) lifts it to 36.8x.</a:t>
            </a:r>
          </a:p>
          <a:p>
            <a:pPr marL="285750" indent="-285750" algn="l">
              <a:spcBef>
                <a:spcPts val="900"/>
              </a:spcBef>
              <a:buClr>
                <a:srgbClr val="4DA3FF"/>
              </a:buClr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Assignment 2 — Hybrid MPI + OpenMP.</a:t>
            </a:r>
            <a:r>
              <a:rPr lang="en-US" sz="1800" dirty="0">
                <a:solidFill>
                  <a:srgbClr val="EDF1F7"/>
                </a:solidFill>
              </a:rPr>
              <a:t> The ceiling is disk I/O and socket-level memory contention, not the stencil.</a:t>
            </a:r>
          </a:p>
          <a:p>
            <a:pPr marL="285750" indent="-285750" algn="l">
              <a:spcBef>
                <a:spcPts val="900"/>
              </a:spcBef>
              <a:buClr>
                <a:srgbClr val="4DA3FF"/>
              </a:buClr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Assignment 3 — CUDA.</a:t>
            </a:r>
            <a:r>
              <a:rPr lang="en-US" sz="1800" dirty="0">
                <a:solidFill>
                  <a:srgbClr val="EDF1F7"/>
                </a:solidFill>
              </a:rPr>
              <a:t> The disk write is 94.6% of the frame cost; the colorization kernel is ~1%.</a:t>
            </a:r>
          </a:p>
          <a:p>
            <a:pPr marL="285750" indent="-285750" algn="l">
              <a:spcBef>
                <a:spcPts val="900"/>
              </a:spcBef>
              <a:buClr>
                <a:srgbClr val="4DA3FF"/>
              </a:buClr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Across all three,</a:t>
            </a:r>
            <a:r>
              <a:rPr lang="en-US" sz="1800" dirty="0">
                <a:solidFill>
                  <a:srgbClr val="EDF1F7"/>
                </a:solidFill>
              </a:rPr>
              <a:t> the limiting resource was the filesystem — every decision was made from measurements, not from the spec sheet.</a:t>
            </a:r>
          </a:p>
        </p:txBody>
      </p:sp>
      <p:sp>
        <p:nvSpPr>
          <p:cNvPr id="88" name="ClosingBand"/>
          <p:cNvSpPr/>
          <p:nvPr/>
        </p:nvSpPr>
        <p:spPr>
          <a:xfrm>
            <a:off x="838200" y="5156200"/>
            <a:ext cx="10515600" cy="1066800"/>
          </a:xfrm>
          <a:prstGeom prst="roundRect">
            <a:avLst>
              <a:gd name="adj" fmla="val 6000"/>
            </a:avLst>
          </a:prstGeom>
          <a:solidFill>
            <a:srgbClr val="1E2431"/>
          </a:solidFill>
          <a:ln w="19050">
            <a:solidFill>
              <a:srgbClr val="4DA3FF"/>
            </a:solidFill>
          </a:ln>
        </p:spPr>
        <p:txBody>
          <a:bodyPr wrap="square" lIns="152400" tIns="76200" rIns="152400" bIns="76200" anchor="ctr"/>
          <a:lstStyle/>
          <a:p>
            <a:pPr algn="ctr"/>
            <a:r>
              <a:rPr lang="en-US" sz="2000" b="1" dirty="0">
                <a:solidFill>
                  <a:srgbClr val="EDF1F7"/>
                </a:solidFill>
              </a:rPr>
              <a:t>Thank you for your attention — </a:t>
            </a:r>
            <a:r>
              <a:rPr lang="en-US" sz="2000" b="1" dirty="0">
                <a:solidFill>
                  <a:srgbClr val="4DA3FF"/>
                </a:solidFill>
              </a:rPr>
              <a:t>questions are welcome</a:t>
            </a:r>
          </a:p>
        </p:txBody>
      </p:sp>
    </p:spTree>
    <p:extLst>
      <p:ext uri="{BB962C8B-B14F-4D97-AF65-F5344CB8AC3E}">
        <p14:creationId xmlns:p14="http://schemas.microsoft.com/office/powerpoint/2010/main" val="14435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47700817]">
  <a:themeElements>
    <a:clrScheme name="Office">
      <a:dk1>
        <a:srgbClr val="EDF1F7"/>
      </a:dk1>
      <a:lt1>
        <a:srgbClr val="12141A"/>
      </a:lt1>
      <a:dk2>
        <a:srgbClr val="9AA7B8"/>
      </a:dk2>
      <a:lt2>
        <a:srgbClr val="1E222B"/>
      </a:lt2>
      <a:accent1>
        <a:srgbClr val="4DA3FF"/>
      </a:accent1>
      <a:accent2>
        <a:srgbClr val="F26B21"/>
      </a:accent2>
      <a:accent3>
        <a:srgbClr val="2BB673"/>
      </a:accent3>
      <a:accent4>
        <a:srgbClr val="E8C33C"/>
      </a:accent4>
      <a:accent5>
        <a:srgbClr val="B07BE8"/>
      </a:accent5>
      <a:accent6>
        <a:srgbClr val="6C7787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D32E89-B6B6-489E-87F4-D97BFD73007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1163f32-9ea1-4457-a6af-9f6dbfb678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GroupPresentation</Template>
  <TotalTime>285</TotalTime>
  <Words>2064</Words>
  <Application>Microsoft Office PowerPoint</Application>
  <PresentationFormat>Widescreen</PresentationFormat>
  <Paragraphs>177</Paragraphs>
  <Slides>25</Slides>
  <Notes>7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Batang</vt:lpstr>
      <vt:lpstr>Aptos</vt:lpstr>
      <vt:lpstr>Arial</vt:lpstr>
      <vt:lpstr>Segoe UI</vt:lpstr>
      <vt:lpstr>Segoe UI Semibold</vt:lpstr>
      <vt:lpstr>Office Theme [1789547700817]</vt:lpstr>
      <vt:lpstr>HPC Project Report</vt:lpstr>
      <vt:lpstr>Assignment 1: Damped Wave Simulation with OpenMP</vt:lpstr>
      <vt:lpstr>Initial Implementation</vt:lpstr>
      <vt:lpstr>Code Optimization on Edu_skylake partition</vt:lpstr>
      <vt:lpstr>Sweep of workload size (M) on Edu_sapphire partition</vt:lpstr>
      <vt:lpstr>Sweep of number of threads with M=15000</vt:lpstr>
      <vt:lpstr>Sweep of number of threads without I/O</vt:lpstr>
      <vt:lpstr>Sweep of threads without I/O with schedule(static)</vt:lpstr>
      <vt:lpstr>Assignment 2 — Hybrid MPI + OpenMP</vt:lpstr>
      <vt:lpstr>3 MPI ranks, one scenario each, OpenMP inside each</vt:lpstr>
      <vt:lpstr>Concurrent disk writes icreases the execution time</vt:lpstr>
      <vt:lpstr>Removing I/O: 700s → 61s at M=10000 but Rank 1's ?</vt:lpstr>
      <vt:lpstr>Isolating Rank 1 on a Separate Socket: 88s vs 150s</vt:lpstr>
      <vt:lpstr>One dedicated node per rank drops time to ~57s (at 8 threads) and achieves a best of ~29s at 48 threads</vt:lpstr>
      <vt:lpstr>Conclusions</vt:lpstr>
      <vt:lpstr>Colorized Wave Simulation on GPU Assignment 3 — MPI + OpenMP + CUDA</vt:lpstr>
      <vt:lpstr>Three independent scenarios, one shared GPU</vt:lpstr>
      <vt:lpstr>Near-ideal O(M²) scaling — and GPU colorize+write dominates throughout</vt:lpstr>
      <vt:lpstr>The disk write is 94.6% of the frame cost</vt:lpstr>
      <vt:lpstr>It isn't fwrite — it's fclose, on both GPU generations</vt:lpstr>
      <vt:lpstr>Threads buy nothing: flat from 1 to 32 threads</vt:lpstr>
      <vt:lpstr>Bigger CUDA blocks win: ~12% from 32 to 1024 threads</vt:lpstr>
      <vt:lpstr>Sharing the GPU is free; sharing the filesystem is not</vt:lpstr>
      <vt:lpstr>Measure first, then optimize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Donati</dc:creator>
  <cp:lastModifiedBy>Davide Donati</cp:lastModifiedBy>
  <cp:revision>1</cp:revision>
  <dcterms:created xsi:type="dcterms:W3CDTF">2026-09-17T13:01:17Z</dcterms:created>
  <dcterms:modified xsi:type="dcterms:W3CDTF">2026-09-17T17:47:13Z</dcterms:modified>
</cp:coreProperties>
</file>